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Kollektif" charset="1" panose="020B0604020101010102"/>
      <p:regular r:id="rId10"/>
    </p:embeddedFont>
    <p:embeddedFont>
      <p:font typeface="Kollektif Bold" charset="1" panose="020B0604020101010102"/>
      <p:regular r:id="rId11"/>
    </p:embeddedFont>
    <p:embeddedFont>
      <p:font typeface="Kollektif Italics" charset="1" panose="020B0604020101010102"/>
      <p:regular r:id="rId12"/>
    </p:embeddedFont>
    <p:embeddedFont>
      <p:font typeface="Kollektif Bold Italics" charset="1" panose="020B0604020101010102"/>
      <p:regular r:id="rId13"/>
    </p:embeddedFont>
    <p:embeddedFont>
      <p:font typeface="DM Sans" charset="1" panose="00000000000000000000"/>
      <p:regular r:id="rId14"/>
    </p:embeddedFont>
    <p:embeddedFont>
      <p:font typeface="DM Sans Bold" charset="1" panose="00000000000000000000"/>
      <p:regular r:id="rId15"/>
    </p:embeddedFont>
    <p:embeddedFont>
      <p:font typeface="DM Sans Italics" charset="1" panose="00000000000000000000"/>
      <p:regular r:id="rId16"/>
    </p:embeddedFont>
    <p:embeddedFont>
      <p:font typeface="DM Sans Bold Italic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slides/slide1.xml" Type="http://schemas.openxmlformats.org/officeDocument/2006/relationships/slide"/><Relationship Id="rId19" Target="slides/slide2.xml" Type="http://schemas.openxmlformats.org/officeDocument/2006/relationships/slide"/><Relationship Id="rId2" Target="presProps.xml" Type="http://schemas.openxmlformats.org/officeDocument/2006/relationships/presProps"/><Relationship Id="rId20" Target="slides/slide3.xml" Type="http://schemas.openxmlformats.org/officeDocument/2006/relationships/slide"/><Relationship Id="rId21" Target="slides/slide4.xml" Type="http://schemas.openxmlformats.org/officeDocument/2006/relationships/slide"/><Relationship Id="rId22" Target="slides/slide5.xml" Type="http://schemas.openxmlformats.org/officeDocument/2006/relationships/slide"/><Relationship Id="rId23" Target="slides/slide6.xml" Type="http://schemas.openxmlformats.org/officeDocument/2006/relationships/slide"/><Relationship Id="rId24" Target="slides/slide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4131544" y="7969488"/>
            <a:ext cx="5132702" cy="5185216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4444220" y="8329798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4802690" y="8681112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486377" y="3940175"/>
            <a:ext cx="11315247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227C9D"/>
                </a:solidFill>
                <a:latin typeface="Kollektif Bold"/>
              </a:rPr>
              <a:t>CLIPPERS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9525" y="635835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3809" y="638693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74707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0" y="8554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083809" y="8554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083809" y="962372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3321750" y="8583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321750" y="749931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4405559" y="8583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237941" y="966693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321750" y="966693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0" y="96383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15470622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16554431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7638239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14386813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470622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554431" y="216761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17638239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true" rot="5400000">
            <a:off x="17638239" y="216761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true" rot="0">
            <a:off x="15470622" y="443348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5400000">
            <a:off x="16554431" y="443348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81521" y="3996261"/>
            <a:ext cx="6046286" cy="1027869"/>
            <a:chOff x="0" y="0"/>
            <a:chExt cx="1592438" cy="270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227C9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1521" y="6015146"/>
            <a:ext cx="6046286" cy="1027869"/>
            <a:chOff x="0" y="0"/>
            <a:chExt cx="1592438" cy="2707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227C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800000">
            <a:off x="9525" y="824316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3809" y="82717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355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321750" y="9384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204191" y="813748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204191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20382" y="705368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20382" y="813748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5036573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5400000">
            <a:off x="12770705" y="813748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-10800000">
            <a:off x="12770705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25091" y="4273658"/>
            <a:ext cx="5702716" cy="53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Kollektif Bold"/>
              </a:rPr>
              <a:t>01 - DEFINITION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25091" y="6292542"/>
            <a:ext cx="5702716" cy="53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Kollektif Bold"/>
              </a:rPr>
              <a:t>02 - PURPOSE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92537" y="3986736"/>
            <a:ext cx="67139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545454"/>
                </a:solidFill>
                <a:latin typeface="DM Sans"/>
              </a:rPr>
              <a:t>clippers are electronic circuit designed to clip or limit a voltage level at a specific threshold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92537" y="6005621"/>
            <a:ext cx="671394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545454"/>
                </a:solidFill>
                <a:latin typeface="DM Sans"/>
              </a:rPr>
              <a:t>to modify the waveform by removing certain portions of the input signal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3187700"/>
            <a:ext cx="1062017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227C9D"/>
                </a:solidFill>
                <a:latin typeface="Kollektif Bold"/>
              </a:rPr>
              <a:t>WHY DO WE USE CLIPPERS?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0419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04191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7204191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038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5036573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120382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5036573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5400000">
            <a:off x="12770705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2770705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9525" y="704415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3809" y="707273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1565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0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083809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321750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21750" y="818511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4405559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8105" y="1770017"/>
            <a:ext cx="5480392" cy="126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404"/>
              </a:lnSpc>
            </a:pPr>
            <a:r>
              <a:rPr lang="en-US" sz="9499">
                <a:solidFill>
                  <a:srgbClr val="FE6D73"/>
                </a:solidFill>
                <a:latin typeface="Kollektif Bold"/>
              </a:rPr>
              <a:t>TYPES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9525" y="591366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3809" y="59422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0260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81098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083809" y="81098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083809" y="919366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3321750" y="81193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21750" y="703557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4405559" y="81193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237941" y="92031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21750" y="92031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0" y="919366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15800" y="1589042"/>
            <a:ext cx="51560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34055" indent="-367027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545454"/>
                </a:solidFill>
                <a:latin typeface="DM Sans"/>
              </a:rPr>
              <a:t>Series positive clipper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02901" y="1589042"/>
            <a:ext cx="505639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34055" indent="-367027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545454"/>
                </a:solidFill>
                <a:latin typeface="DM Sans"/>
              </a:rPr>
              <a:t> parallel positive clipper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5800" y="4333237"/>
            <a:ext cx="505639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34055" indent="-367027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545454"/>
                </a:solidFill>
                <a:latin typeface="DM Sans"/>
              </a:rPr>
              <a:t>Series negative clipper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123603" y="5475036"/>
            <a:ext cx="8847511" cy="8855676"/>
            <a:chOff x="0" y="0"/>
            <a:chExt cx="11796681" cy="11807568"/>
          </a:xfrm>
        </p:grpSpPr>
        <p:grpSp>
          <p:nvGrpSpPr>
            <p:cNvPr name="Group 19" id="19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" cy="317500"/>
              </a:xfrm>
              <a:custGeom>
                <a:avLst/>
                <a:gdLst/>
                <a:ahLst/>
                <a:cxnLst/>
                <a:rect r="r" b="b" t="t" l="l"/>
                <a:pathLst>
                  <a:path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3"/>
                  </a:lnSpc>
                </a:pP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202901" y="4333237"/>
            <a:ext cx="505639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34055" indent="-367027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545454"/>
                </a:solidFill>
                <a:latin typeface="DM Sans"/>
              </a:rPr>
              <a:t>parallel negative clipper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639" y="1693817"/>
            <a:ext cx="5480392" cy="7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840"/>
              </a:lnSpc>
            </a:pPr>
            <a:r>
              <a:rPr lang="en-US" sz="5899">
                <a:solidFill>
                  <a:srgbClr val="FE6D73"/>
                </a:solidFill>
                <a:latin typeface="Kollektif Bold"/>
              </a:rPr>
              <a:t>APPLICATIONS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9525" y="591366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3809" y="59422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0260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81098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083809" y="81098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083809" y="919366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3321750" y="81193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21750" y="703557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4405559" y="81193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237941" y="92031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21750" y="92031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0" y="919366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15800" y="1579517"/>
            <a:ext cx="5056399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DM Sans"/>
              </a:rPr>
              <a:t>Audio signal processing: Limiting Amplitude to prevent distortion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02901" y="1579517"/>
            <a:ext cx="505639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DM Sans"/>
              </a:rPr>
              <a:t>Waveform modification: creating specific signal shapes for various applications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5800" y="4323712"/>
            <a:ext cx="5056399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DM Sans"/>
              </a:rPr>
              <a:t>Voltage spike protection: Safeguarding sensitive components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123603" y="5475036"/>
            <a:ext cx="8847511" cy="8855676"/>
            <a:chOff x="0" y="0"/>
            <a:chExt cx="11796681" cy="11807568"/>
          </a:xfrm>
        </p:grpSpPr>
        <p:grpSp>
          <p:nvGrpSpPr>
            <p:cNvPr name="Group 19" id="19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" cy="317500"/>
              </a:xfrm>
              <a:custGeom>
                <a:avLst/>
                <a:gdLst/>
                <a:ahLst/>
                <a:cxnLst/>
                <a:rect r="r" b="b" t="t" l="l"/>
                <a:pathLst>
                  <a:path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3"/>
                  </a:lnSpc>
                </a:pP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202901" y="4379661"/>
            <a:ext cx="5056399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DM Sans"/>
              </a:rPr>
              <a:t>Noise reduction: Clipping unwanted portions of the signal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3195034"/>
            <a:ext cx="1062017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227C9D"/>
                </a:solidFill>
                <a:latin typeface="Kollektif Bold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0419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04191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7204191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038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5036573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120382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5036573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5400000">
            <a:off x="12770705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2770705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9525" y="704415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3809" y="707273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1565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0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083809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321750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21750" y="818511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4405559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4189410"/>
            <a:ext cx="10620170" cy="165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sz="12399">
                <a:solidFill>
                  <a:srgbClr val="227C9D"/>
                </a:solidFill>
                <a:latin typeface="Kollektif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0419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04191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7204191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038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5036573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120382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5036573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5400000">
            <a:off x="12770705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2770705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9525" y="704415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3809" y="707273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1565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0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083809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321750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21750" y="818511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4405559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123603" y="5475036"/>
            <a:ext cx="8847511" cy="8855676"/>
            <a:chOff x="0" y="0"/>
            <a:chExt cx="11796681" cy="11807568"/>
          </a:xfrm>
        </p:grpSpPr>
        <p:grpSp>
          <p:nvGrpSpPr>
            <p:cNvPr name="Group 21" id="21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" cy="317500"/>
              </a:xfrm>
              <a:custGeom>
                <a:avLst/>
                <a:gdLst/>
                <a:ahLst/>
                <a:cxnLst/>
                <a:rect r="r" b="b" t="t" l="l"/>
                <a:pathLst>
                  <a:path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3"/>
                  </a:lnSpc>
                </a:pPr>
              </a:p>
            </p:txBody>
          </p:sp>
        </p:grpSp>
        <p:sp>
          <p:nvSpPr>
            <p:cNvPr name="AutoShape 24" id="24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-2634012" y="-5192964"/>
            <a:ext cx="8847511" cy="8855676"/>
            <a:chOff x="0" y="0"/>
            <a:chExt cx="11796681" cy="11807568"/>
          </a:xfrm>
        </p:grpSpPr>
        <p:grpSp>
          <p:nvGrpSpPr>
            <p:cNvPr name="Group 34" id="34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" cy="317500"/>
              </a:xfrm>
              <a:custGeom>
                <a:avLst/>
                <a:gdLst/>
                <a:ahLst/>
                <a:cxnLst/>
                <a:rect r="r" b="b" t="t" l="l"/>
                <a:pathLst>
                  <a:path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3"/>
                  </a:lnSpc>
                </a:pPr>
              </a:p>
            </p:txBody>
          </p:sp>
        </p:grpSp>
        <p:sp>
          <p:nvSpPr>
            <p:cNvPr name="AutoShape 37" id="37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DAGCnM4NS6U</dc:identifier>
  <dcterms:modified xsi:type="dcterms:W3CDTF">2011-08-01T06:04:30Z</dcterms:modified>
  <cp:revision>1</cp:revision>
  <dc:title>INFOGRAPHIC PRESENTATION</dc:title>
</cp:coreProperties>
</file>