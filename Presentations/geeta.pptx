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81" r:id="rId6"/>
    <p:sldId id="270" r:id="rId7"/>
    <p:sldId id="282" r:id="rId8"/>
    <p:sldId id="271" r:id="rId9"/>
    <p:sldId id="264" r:id="rId10"/>
    <p:sldId id="266" r:id="rId11"/>
    <p:sldId id="265" r:id="rId12"/>
    <p:sldId id="283" r:id="rId13"/>
    <p:sldId id="268" r:id="rId14"/>
    <p:sldId id="269" r:id="rId15"/>
    <p:sldId id="272" r:id="rId16"/>
    <p:sldId id="273" r:id="rId17"/>
    <p:sldId id="274" r:id="rId18"/>
    <p:sldId id="276" r:id="rId19"/>
    <p:sldId id="275" r:id="rId20"/>
    <p:sldId id="277" r:id="rId21"/>
    <p:sldId id="278" r:id="rId22"/>
    <p:sldId id="28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>
      <p:cViewPr varScale="1">
        <p:scale>
          <a:sx n="65" d="100"/>
          <a:sy n="65" d="100"/>
        </p:scale>
        <p:origin x="15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2C09C-155D-472D-960E-E97DDB51BE3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DAA91-6D34-4C5B-B66F-7F07FC3AE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5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DAA91-6D34-4C5B-B66F-7F07FC3AE9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1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18676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5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8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1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4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0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6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3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1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9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37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78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88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39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91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8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0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825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FAD8368-7041-4FED-B7BC-C00801944286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4FCACA-0E62-4E9D-8E12-CE1D8B7C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  <p:sldLayoutId id="21474839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05000"/>
            <a:ext cx="7772399" cy="21336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 </a:t>
            </a:r>
            <a:b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P-N Junction  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7110" y="4724400"/>
            <a:ext cx="5762563" cy="1447799"/>
          </a:xfrm>
        </p:spPr>
        <p:txBody>
          <a:bodyPr>
            <a:normAutofit lnSpcReduction="10000"/>
          </a:bodyPr>
          <a:lstStyle/>
          <a:p>
            <a:endParaRPr lang="en-GB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GB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Kashish Goindani &amp; Geeta Khatri</a:t>
            </a:r>
            <a:endParaRPr 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CC020-903A-1F98-AF97-2BA84EEA76C8}"/>
              </a:ext>
            </a:extLst>
          </p:cNvPr>
          <p:cNvSpPr txBox="1"/>
          <p:nvPr/>
        </p:nvSpPr>
        <p:spPr>
          <a:xfrm>
            <a:off x="4339389" y="234315"/>
            <a:ext cx="465221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133157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Conductor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996063" y="1828800"/>
            <a:ext cx="3652137" cy="441960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Conductors are the materials or substances which allow electricity to flow through them.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conduct electricity because they allow electrons to flow easily inside them from atom to atom.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Copper, Brass, Steel, Gold, and Aluminium </a:t>
            </a:r>
          </a:p>
          <a:p>
            <a:endParaRPr lang="en-US" sz="900" b="1" dirty="0"/>
          </a:p>
          <a:p>
            <a:endParaRPr lang="en-US" sz="12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905000"/>
            <a:ext cx="3276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12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28601"/>
            <a:ext cx="7704667" cy="1295400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95400" y="2133600"/>
            <a:ext cx="3200400" cy="44196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Insulator materials that do not allow electricity to pass through them.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 : glass, air, wood, plastic and rubber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2"/>
          <a:stretch/>
        </p:blipFill>
        <p:spPr bwMode="auto">
          <a:xfrm>
            <a:off x="4800600" y="2057400"/>
            <a:ext cx="3001962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405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47799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82133" y="1371600"/>
            <a:ext cx="3516715" cy="502919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Semiconductors are materials which have a conductivity between conductors (generally metals) and nonconductors or insulators (such as most ceramics).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 : silicon, germanium</a:t>
            </a:r>
          </a:p>
          <a:p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24" y="2119313"/>
            <a:ext cx="3124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3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EE1E43-0131-371D-55A0-91E680EB6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8" y="1600200"/>
            <a:ext cx="6781799" cy="3818381"/>
          </a:xfrm>
          <a:prstGeom prst="rect">
            <a:avLst/>
          </a:prstGeom>
        </p:spPr>
      </p:pic>
      <p:sp>
        <p:nvSpPr>
          <p:cNvPr id="7" name="Title 5"/>
          <p:cNvSpPr>
            <a:spLocks noGrp="1"/>
          </p:cNvSpPr>
          <p:nvPr>
            <p:ph type="title"/>
          </p:nvPr>
        </p:nvSpPr>
        <p:spPr>
          <a:xfrm>
            <a:off x="1447800" y="457201"/>
            <a:ext cx="65532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676400" y="5562600"/>
            <a:ext cx="2667000" cy="44881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Atom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5919354" y="5715000"/>
            <a:ext cx="2209800" cy="381000"/>
          </a:xfrm>
        </p:spPr>
        <p:txBody>
          <a:bodyPr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Conductor Atom</a:t>
            </a:r>
          </a:p>
        </p:txBody>
      </p:sp>
    </p:spTree>
    <p:extLst>
      <p:ext uri="{BB962C8B-B14F-4D97-AF65-F5344CB8AC3E}">
        <p14:creationId xmlns:p14="http://schemas.microsoft.com/office/powerpoint/2010/main" val="249391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71599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Semiconductor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1219200" y="1828800"/>
            <a:ext cx="3279648" cy="4038600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Semiconductors, such as Silicon  are made up of individual atoms bonded together in a regular, periodic structure.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atom forms 4 covalent bonds with the 4 surrounding atoms to form an arrangement whereby each atom is surrounded by 8 electrons.  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466" y="1981200"/>
            <a:ext cx="32004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75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2"/>
          <a:stretch/>
        </p:blipFill>
        <p:spPr bwMode="auto">
          <a:xfrm>
            <a:off x="1143001" y="1828800"/>
            <a:ext cx="6857999" cy="40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5"/>
          <p:cNvSpPr txBox="1">
            <a:spLocks/>
          </p:cNvSpPr>
          <p:nvPr/>
        </p:nvSpPr>
        <p:spPr>
          <a:xfrm>
            <a:off x="1295401" y="609600"/>
            <a:ext cx="6553200" cy="8382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and Germanium</a:t>
            </a:r>
          </a:p>
        </p:txBody>
      </p:sp>
    </p:spTree>
    <p:extLst>
      <p:ext uri="{BB962C8B-B14F-4D97-AF65-F5344CB8AC3E}">
        <p14:creationId xmlns:p14="http://schemas.microsoft.com/office/powerpoint/2010/main" val="2780867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Semiconductor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33600"/>
            <a:ext cx="7704667" cy="4038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semiconductor is a material that has a very low electrical resistance.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pure chemically and has only one defining characteristic conduction.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exposed to an electric field, electrons in this material will move at a very high speed. The same applies to holes.</a:t>
            </a:r>
          </a:p>
        </p:txBody>
      </p:sp>
    </p:spTree>
    <p:extLst>
      <p:ext uri="{BB962C8B-B14F-4D97-AF65-F5344CB8AC3E}">
        <p14:creationId xmlns:p14="http://schemas.microsoft.com/office/powerpoint/2010/main" val="46507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/>
            <a:stCxn id="4" idx="2"/>
          </p:cNvCxnSpPr>
          <p:nvPr/>
        </p:nvCxnSpPr>
        <p:spPr>
          <a:xfrm>
            <a:off x="4572000" y="2296403"/>
            <a:ext cx="0" cy="61964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flipH="1" flipV="1">
            <a:off x="5121785" y="4722676"/>
            <a:ext cx="2985380" cy="173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>
            <a:off x="914400" y="1289446"/>
            <a:ext cx="8095247" cy="4650454"/>
            <a:chOff x="990600" y="652322"/>
            <a:chExt cx="8095247" cy="4042010"/>
          </a:xfrm>
        </p:grpSpPr>
        <p:sp>
          <p:nvSpPr>
            <p:cNvPr id="4" name="Rectangle 3"/>
            <p:cNvSpPr/>
            <p:nvPr/>
          </p:nvSpPr>
          <p:spPr>
            <a:xfrm>
              <a:off x="2019300" y="652322"/>
              <a:ext cx="5257800" cy="875211"/>
            </a:xfrm>
            <a:prstGeom prst="rect">
              <a:avLst/>
            </a:prstGeom>
            <a:solidFill>
              <a:schemeClr val="accent1"/>
            </a:solidFill>
            <a:ln w="38100"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Types of Semiconductor</a:t>
              </a:r>
            </a:p>
          </p:txBody>
        </p:sp>
        <p:cxnSp>
          <p:nvCxnSpPr>
            <p:cNvPr id="8" name="Straight Connector 7"/>
            <p:cNvCxnSpPr>
              <a:cxnSpLocks/>
            </p:cNvCxnSpPr>
            <p:nvPr/>
          </p:nvCxnSpPr>
          <p:spPr>
            <a:xfrm flipH="1">
              <a:off x="2114550" y="2066109"/>
              <a:ext cx="229307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cxnSpLocks/>
            </p:cNvCxnSpPr>
            <p:nvPr/>
          </p:nvCxnSpPr>
          <p:spPr>
            <a:xfrm flipH="1">
              <a:off x="4401094" y="2066109"/>
              <a:ext cx="278783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990600" y="2593511"/>
              <a:ext cx="2247900" cy="659676"/>
            </a:xfrm>
            <a:prstGeom prst="rect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Intrinsic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45925" y="2593511"/>
              <a:ext cx="2286000" cy="659676"/>
            </a:xfrm>
            <a:prstGeom prst="rect">
              <a:avLst/>
            </a:prstGeom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Extrinsic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14" name="Straight Connector 13"/>
            <p:cNvCxnSpPr>
              <a:endCxn id="10" idx="0"/>
            </p:cNvCxnSpPr>
            <p:nvPr/>
          </p:nvCxnSpPr>
          <p:spPr>
            <a:xfrm>
              <a:off x="2114550" y="2066109"/>
              <a:ext cx="0" cy="52740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endCxn id="12" idx="0"/>
            </p:cNvCxnSpPr>
            <p:nvPr/>
          </p:nvCxnSpPr>
          <p:spPr>
            <a:xfrm>
              <a:off x="7188925" y="2066109"/>
              <a:ext cx="0" cy="52740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2"/>
            </p:cNvCxnSpPr>
            <p:nvPr/>
          </p:nvCxnSpPr>
          <p:spPr>
            <a:xfrm>
              <a:off x="7188925" y="3253187"/>
              <a:ext cx="0" cy="3831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7257047" y="4048809"/>
              <a:ext cx="1828800" cy="645523"/>
            </a:xfrm>
            <a:prstGeom prst="rect">
              <a:avLst/>
            </a:prstGeom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.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P-type</a:t>
              </a:r>
              <a:r>
                <a:rPr lang="en-US" dirty="0"/>
                <a:t> 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73731" y="4018474"/>
              <a:ext cx="1772194" cy="647700"/>
            </a:xfrm>
            <a:prstGeom prst="rect">
              <a:avLst/>
            </a:prstGeom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.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N-type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197985" y="3656159"/>
              <a:ext cx="0" cy="34725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/>
          <p:cNvCxnSpPr>
            <a:cxnSpLocks/>
            <a:endCxn id="22" idx="0"/>
          </p:cNvCxnSpPr>
          <p:nvPr/>
        </p:nvCxnSpPr>
        <p:spPr>
          <a:xfrm flipH="1">
            <a:off x="8095247" y="4762109"/>
            <a:ext cx="11918" cy="4350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7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801"/>
            <a:ext cx="4123267" cy="152399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Extrinsic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Extrinsic semiconductors are semiconductors that are doped with specific impurities.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impurity modifies the electrical properties of the semiconductor and makes it more suitable for electronic devices such as diodes and transistors.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exhibit poor electrical conductivity.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424547"/>
            <a:ext cx="3739896" cy="3589277"/>
          </a:xfrm>
        </p:spPr>
        <p:txBody>
          <a:bodyPr>
            <a:normAutofit fontScale="55000" lnSpcReduction="20000"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excited electrons is equal to the number of holes (n = p).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semiconductor, undoped semiconductor , or  </a:t>
            </a:r>
            <a:r>
              <a:rPr lang="en-US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-type semiconductor.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semiconductor without any significant amount of impurity. 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00600" y="443347"/>
            <a:ext cx="4114800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9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762000"/>
            <a:ext cx="6858000" cy="499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9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800"/>
            <a:ext cx="6372368" cy="4520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12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P-type Semiconductor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86000"/>
            <a:ext cx="7704667" cy="3713816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P-type semiconductor is formed due to the dopping of III group elements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Boron, Aluminium, Thallium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also known as Trivalent semi conductors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P-type semiconductors is positive type semiconductor it means it deficiency of 1 electron is required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P-type semiconductor majority charge carries are holes and minority charge carries are electrons.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hole indicates a missing electron. In this no. of holes is more than the no. of electrons.</a:t>
            </a:r>
          </a:p>
        </p:txBody>
      </p:sp>
    </p:spTree>
    <p:extLst>
      <p:ext uri="{BB962C8B-B14F-4D97-AF65-F5344CB8AC3E}">
        <p14:creationId xmlns:p14="http://schemas.microsoft.com/office/powerpoint/2010/main" val="359792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N-type Semiconductor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79001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N-type semi conductor is formed due to dopping of Nitrogen,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Phosphorus, Arsenic, Antimony, Bismuth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also known pentavalent semiconductor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N-type semiconductor is negative type semi-conductor it means excess of 1 electron is required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N-type semiconductor majority charge carries are electrons and minority charge carries are hole.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N-type semiconductor the no. of holes is less than the no. of free electron</a:t>
            </a:r>
          </a:p>
        </p:txBody>
      </p:sp>
    </p:spTree>
    <p:extLst>
      <p:ext uri="{BB962C8B-B14F-4D97-AF65-F5344CB8AC3E}">
        <p14:creationId xmlns:p14="http://schemas.microsoft.com/office/powerpoint/2010/main" val="3205751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6399-F1B8-9C7B-BD18-6E2C3479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P-N Junction Diode: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520C-5778-5472-76C8-7EB53BA8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790016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3200" b="1" dirty="0" err="1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3200" b="1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GB" sz="3200" b="1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 with n and p type materials that are chemically combined, forms a junction that allows conduction in one direction only</a:t>
            </a:r>
            <a:r>
              <a:rPr lang="en-GB" sz="3200" b="1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39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DC7E08-6AE0-E11D-4925-32A436E88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612" y="990600"/>
            <a:ext cx="7045987" cy="5008563"/>
          </a:xfrm>
          <a:prstGeom prst="rect">
            <a:avLst/>
          </a:prstGeom>
          <a:solidFill>
            <a:srgbClr val="C00000"/>
          </a:solidFill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12925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CBE9-0BA2-4F8E-A8DA-1DECB4D0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066800"/>
            <a:ext cx="7704667" cy="272321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Diode: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3C3D-C37A-DE96-91CD-4671126C7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066800"/>
            <a:ext cx="7704667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Forward biased diode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Reverse biased diode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Zero biased diode</a:t>
            </a:r>
          </a:p>
        </p:txBody>
      </p:sp>
    </p:spTree>
    <p:extLst>
      <p:ext uri="{BB962C8B-B14F-4D97-AF65-F5344CB8AC3E}">
        <p14:creationId xmlns:p14="http://schemas.microsoft.com/office/powerpoint/2010/main" val="3328836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E91D-A483-4DE3-56E8-C45AE8C3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Forward Biased Diode: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75C03-2C89-9011-3E07-26D6E4FD8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57400"/>
            <a:ext cx="7704667" cy="39424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diode is forward-biased and the current is flowing, there is a minor voltage drop across it. The potential energy across the p-type material is positive, while the potential energy across the n-type material is negative.</a:t>
            </a:r>
          </a:p>
        </p:txBody>
      </p:sp>
    </p:spTree>
    <p:extLst>
      <p:ext uri="{BB962C8B-B14F-4D97-AF65-F5344CB8AC3E}">
        <p14:creationId xmlns:p14="http://schemas.microsoft.com/office/powerpoint/2010/main" val="1413912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8D5A-63AD-A666-C281-C54E71E0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Forward Biased Diode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N Junction Diode and Diode Characteristics">
            <a:extLst>
              <a:ext uri="{FF2B5EF4-FFF2-40B4-BE49-F238E27FC236}">
                <a16:creationId xmlns:a16="http://schemas.microsoft.com/office/drawing/2014/main" id="{AB11EB2E-06C6-2C3D-E54C-62F550CBC7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72"/>
          <a:stretch/>
        </p:blipFill>
        <p:spPr bwMode="auto">
          <a:xfrm>
            <a:off x="1752600" y="2438401"/>
            <a:ext cx="701886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745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CAB-47B8-5AAA-2372-33ADC9BB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Reverse Biased Diode: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7CB4-176A-56A8-BC23-E167BBD93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diode is said to be reverse-biased when the battery voltage is totally depleted (battery has been completely discharged and current does not flow). The potential energy across the p-type material is negative, while the potential energy across the n-type material is positive.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074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n junction reverse bias">
            <a:extLst>
              <a:ext uri="{FF2B5EF4-FFF2-40B4-BE49-F238E27FC236}">
                <a16:creationId xmlns:a16="http://schemas.microsoft.com/office/drawing/2014/main" id="{6E196B1C-578B-077D-E279-966ED8558C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94"/>
          <a:stretch/>
        </p:blipFill>
        <p:spPr bwMode="auto">
          <a:xfrm>
            <a:off x="1219200" y="1066800"/>
            <a:ext cx="7315200" cy="497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76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C0FF-BB76-156A-38C1-1FEABF20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0"/>
            <a:ext cx="7704667" cy="5867399"/>
          </a:xfrm>
        </p:spPr>
        <p:txBody>
          <a:bodyPr>
            <a:normAutofit/>
          </a:bodyPr>
          <a:lstStyle/>
          <a:p>
            <a:r>
              <a:rPr lang="en-GB" sz="6600" b="1" dirty="0"/>
              <a:t>Thankyou…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2701245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276</TotalTime>
  <Words>628</Words>
  <Application>Microsoft Office PowerPoint</Application>
  <PresentationFormat>On-screen Show (4:3)</PresentationFormat>
  <Paragraphs>73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Corbel</vt:lpstr>
      <vt:lpstr>Times New Roman</vt:lpstr>
      <vt:lpstr>Parallax</vt:lpstr>
      <vt:lpstr> Semiconductor   P-N Junction  </vt:lpstr>
      <vt:lpstr>Conductor</vt:lpstr>
      <vt:lpstr>Insulator</vt:lpstr>
      <vt:lpstr>Semiconductor</vt:lpstr>
      <vt:lpstr>Comparison</vt:lpstr>
      <vt:lpstr>Structure of Semiconductor</vt:lpstr>
      <vt:lpstr>PowerPoint Presentation</vt:lpstr>
      <vt:lpstr>Characteristics of Semiconductor</vt:lpstr>
      <vt:lpstr>PowerPoint Presentation</vt:lpstr>
      <vt:lpstr>Extrinsic Semiconductors</vt:lpstr>
      <vt:lpstr>PowerPoint Presentation</vt:lpstr>
      <vt:lpstr>PowerPoint Presentation</vt:lpstr>
      <vt:lpstr>P-type Semiconductor</vt:lpstr>
      <vt:lpstr>N-type Semiconductor</vt:lpstr>
      <vt:lpstr>P-N Junction Diode:</vt:lpstr>
      <vt:lpstr>PowerPoint Presentation</vt:lpstr>
      <vt:lpstr>Characteristics of a Diode: </vt:lpstr>
      <vt:lpstr> Forward Biased Diode:</vt:lpstr>
      <vt:lpstr> Forward Biased Diode</vt:lpstr>
      <vt:lpstr>  Reverse Biased Diode:</vt:lpstr>
      <vt:lpstr>PowerPoint Presentation</vt:lpstr>
      <vt:lpstr>Thankyou…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crown commputer</dc:creator>
  <cp:lastModifiedBy>Geeta Khatri</cp:lastModifiedBy>
  <cp:revision>27</cp:revision>
  <dcterms:created xsi:type="dcterms:W3CDTF">2024-04-01T00:45:02Z</dcterms:created>
  <dcterms:modified xsi:type="dcterms:W3CDTF">2024-04-03T05:39:36Z</dcterms:modified>
</cp:coreProperties>
</file>