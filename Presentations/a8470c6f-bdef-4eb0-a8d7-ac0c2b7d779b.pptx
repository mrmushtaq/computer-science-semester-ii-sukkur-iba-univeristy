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5" r:id="rId7"/>
    <p:sldId id="271" r:id="rId8"/>
    <p:sldId id="280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4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312" r:id="rId35"/>
    <p:sldId id="313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diode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diode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diode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diode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diode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diode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diode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diode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-diode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2-diode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3-diode-3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4-diode-3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-diode-3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6-diode-3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7-diode-3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8-diode-3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9-diode-3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0-diode-4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1-diode-4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2-diode-4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3-diode-4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4-diode-4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5-diode-4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6-diode-4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7-diode-4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9-diode-4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0-diode-5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1-diode-5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2-diode-5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3-diode-5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4-diode-5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5-diode-5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6-diode-5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7-diode-5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8-diode-5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On-screen Show (4:3)</PresentationFormat>
  <Paragraphs>0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Mushtaque Ali</cp:lastModifiedBy>
  <cp:revision>2</cp:revision>
  <dcterms:created xsi:type="dcterms:W3CDTF">2013-01-27T09:14:16Z</dcterms:created>
  <dcterms:modified xsi:type="dcterms:W3CDTF">2024-03-29T15:08:32Z</dcterms:modified>
  <cp:category/>
</cp:coreProperties>
</file>