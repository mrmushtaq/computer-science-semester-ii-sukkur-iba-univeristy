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3" r:id="rId4"/>
    <p:sldId id="274" r:id="rId5"/>
    <p:sldId id="275" r:id="rId6"/>
    <p:sldId id="276" r:id="rId7"/>
    <p:sldId id="277" r:id="rId8"/>
    <p:sldId id="278" r:id="rId9"/>
    <p:sldId id="279" r:id="rId10"/>
    <p:sldId id="28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40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5CEB3B1-AA8E-411C-92D6-645A57978428}" type="datetimeFigureOut">
              <a:rPr lang="en-US" smtClean="0"/>
              <a:t>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43662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CEB3B1-AA8E-411C-92D6-645A57978428}" type="datetimeFigureOut">
              <a:rPr lang="en-US" smtClean="0"/>
              <a:t>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3687712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CEB3B1-AA8E-411C-92D6-645A57978428}" type="datetimeFigureOut">
              <a:rPr lang="en-US" smtClean="0"/>
              <a:t>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3913905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CEB3B1-AA8E-411C-92D6-645A57978428}" type="datetimeFigureOut">
              <a:rPr lang="en-US" smtClean="0"/>
              <a:t>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2351406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CEB3B1-AA8E-411C-92D6-645A57978428}" type="datetimeFigureOut">
              <a:rPr lang="en-US" smtClean="0"/>
              <a:t>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2169310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CEB3B1-AA8E-411C-92D6-645A57978428}" type="datetimeFigureOut">
              <a:rPr lang="en-US" smtClean="0"/>
              <a:t>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1409190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CEB3B1-AA8E-411C-92D6-645A57978428}" type="datetimeFigureOut">
              <a:rPr lang="en-US" smtClean="0"/>
              <a:t>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1799449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CEB3B1-AA8E-411C-92D6-645A57978428}" type="datetimeFigureOut">
              <a:rPr lang="en-US" smtClean="0"/>
              <a:t>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1514936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CEB3B1-AA8E-411C-92D6-645A57978428}" type="datetimeFigureOut">
              <a:rPr lang="en-US" smtClean="0"/>
              <a:t>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1395388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CEB3B1-AA8E-411C-92D6-645A57978428}" type="datetimeFigureOut">
              <a:rPr lang="en-US" smtClean="0"/>
              <a:t>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2547208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CEB3B1-AA8E-411C-92D6-645A57978428}" type="datetimeFigureOut">
              <a:rPr lang="en-US" smtClean="0"/>
              <a:t>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2957927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CEB3B1-AA8E-411C-92D6-645A57978428}" type="datetimeFigureOut">
              <a:rPr lang="en-US" smtClean="0"/>
              <a:t>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54DF0-5DD4-47E2-8EEB-B1622A2CA2CF}" type="slidenum">
              <a:rPr lang="en-US" smtClean="0"/>
              <a:t>‹#›</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64112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CEB3B1-AA8E-411C-92D6-645A57978428}" type="datetimeFigureOut">
              <a:rPr lang="en-US" smtClean="0"/>
              <a:t>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2875213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5CEB3B1-AA8E-411C-92D6-645A57978428}" type="datetimeFigureOut">
              <a:rPr lang="en-US" smtClean="0"/>
              <a:t>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202575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5CEB3B1-AA8E-411C-92D6-645A57978428}" type="datetimeFigureOut">
              <a:rPr lang="en-US" smtClean="0"/>
              <a:t>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23607429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CEB3B1-AA8E-411C-92D6-645A57978428}" type="datetimeFigureOut">
              <a:rPr lang="en-US" smtClean="0"/>
              <a:t>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42295607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CEB3B1-AA8E-411C-92D6-645A57978428}" type="datetimeFigureOut">
              <a:rPr lang="en-US" smtClean="0"/>
              <a:t>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154DF0-5DD4-47E2-8EEB-B1622A2CA2CF}" type="slidenum">
              <a:rPr lang="en-US" smtClean="0"/>
              <a:t>‹#›</a:t>
            </a:fld>
            <a:endParaRPr lang="en-US"/>
          </a:p>
        </p:txBody>
      </p:sp>
    </p:spTree>
    <p:extLst>
      <p:ext uri="{BB962C8B-B14F-4D97-AF65-F5344CB8AC3E}">
        <p14:creationId xmlns:p14="http://schemas.microsoft.com/office/powerpoint/2010/main" val="438917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35CEB3B1-AA8E-411C-92D6-645A57978428}" type="datetimeFigureOut">
              <a:rPr lang="en-US" smtClean="0"/>
              <a:t>2/6/2023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A6154DF0-5DD4-47E2-8EEB-B1622A2CA2CF}" type="slidenum">
              <a:rPr lang="en-US" smtClean="0"/>
              <a:t>‹#›</a:t>
            </a:fld>
            <a:endParaRPr lang="en-US"/>
          </a:p>
        </p:txBody>
      </p:sp>
    </p:spTree>
    <p:extLst>
      <p:ext uri="{BB962C8B-B14F-4D97-AF65-F5344CB8AC3E}">
        <p14:creationId xmlns:p14="http://schemas.microsoft.com/office/powerpoint/2010/main" val="133107263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B747-71F1-4910-A08F-AE518C70F6AE}"/>
              </a:ext>
            </a:extLst>
          </p:cNvPr>
          <p:cNvSpPr>
            <a:spLocks noGrp="1"/>
          </p:cNvSpPr>
          <p:nvPr>
            <p:ph type="ctrTitle"/>
          </p:nvPr>
        </p:nvSpPr>
        <p:spPr/>
        <p:txBody>
          <a:bodyPr/>
          <a:lstStyle/>
          <a:p>
            <a:r>
              <a:rPr lang="en-US" dirty="0"/>
              <a:t>Input in Java</a:t>
            </a:r>
          </a:p>
        </p:txBody>
      </p:sp>
      <p:sp>
        <p:nvSpPr>
          <p:cNvPr id="3" name="Subtitle 2">
            <a:extLst>
              <a:ext uri="{FF2B5EF4-FFF2-40B4-BE49-F238E27FC236}">
                <a16:creationId xmlns:a16="http://schemas.microsoft.com/office/drawing/2014/main" id="{532DA063-C5F5-4F8B-A5DE-1F5FE9BD6CA7}"/>
              </a:ext>
            </a:extLst>
          </p:cNvPr>
          <p:cNvSpPr>
            <a:spLocks noGrp="1"/>
          </p:cNvSpPr>
          <p:nvPr>
            <p:ph type="subTitle" idx="1"/>
          </p:nvPr>
        </p:nvSpPr>
        <p:spPr/>
        <p:txBody>
          <a:bodyPr/>
          <a:lstStyle/>
          <a:p>
            <a:r>
              <a:rPr lang="en-US" dirty="0"/>
              <a:t>Week 3</a:t>
            </a:r>
          </a:p>
        </p:txBody>
      </p:sp>
    </p:spTree>
    <p:extLst>
      <p:ext uri="{BB962C8B-B14F-4D97-AF65-F5344CB8AC3E}">
        <p14:creationId xmlns:p14="http://schemas.microsoft.com/office/powerpoint/2010/main" val="1861919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A1CC5-27F3-4F38-A40B-D0780814680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039F0B4-E1BA-4D65-B9F5-133FCDB933C6}"/>
              </a:ext>
            </a:extLst>
          </p:cNvPr>
          <p:cNvSpPr>
            <a:spLocks noGrp="1"/>
          </p:cNvSpPr>
          <p:nvPr>
            <p:ph idx="1"/>
          </p:nvPr>
        </p:nvSpPr>
        <p:spPr/>
        <p:txBody>
          <a:bodyPr/>
          <a:lstStyle/>
          <a:p>
            <a:r>
              <a:rPr lang="en-US" dirty="0"/>
              <a:t>Recap of Last Lecture</a:t>
            </a:r>
          </a:p>
          <a:p>
            <a:r>
              <a:rPr lang="en-US" dirty="0"/>
              <a:t>Input through command line arguments</a:t>
            </a:r>
          </a:p>
          <a:p>
            <a:r>
              <a:rPr lang="en-US" dirty="0"/>
              <a:t>Input through scanner class</a:t>
            </a:r>
          </a:p>
          <a:p>
            <a:r>
              <a:rPr lang="en-US" dirty="0"/>
              <a:t>Input through </a:t>
            </a:r>
            <a:r>
              <a:rPr lang="en-US" dirty="0" err="1"/>
              <a:t>JOptionPane</a:t>
            </a:r>
            <a:r>
              <a:rPr lang="en-US" dirty="0"/>
              <a:t> class</a:t>
            </a:r>
          </a:p>
        </p:txBody>
      </p:sp>
    </p:spTree>
    <p:extLst>
      <p:ext uri="{BB962C8B-B14F-4D97-AF65-F5344CB8AC3E}">
        <p14:creationId xmlns:p14="http://schemas.microsoft.com/office/powerpoint/2010/main" val="4182164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Command Line Arguments</a:t>
            </a:r>
          </a:p>
        </p:txBody>
      </p:sp>
      <p:sp>
        <p:nvSpPr>
          <p:cNvPr id="3" name="Content Placeholder 2"/>
          <p:cNvSpPr>
            <a:spLocks noGrp="1"/>
          </p:cNvSpPr>
          <p:nvPr>
            <p:ph idx="1"/>
          </p:nvPr>
        </p:nvSpPr>
        <p:spPr>
          <a:xfrm>
            <a:off x="838200" y="1825625"/>
            <a:ext cx="10515600" cy="2450811"/>
          </a:xfrm>
        </p:spPr>
        <p:txBody>
          <a:bodyPr/>
          <a:lstStyle/>
          <a:p>
            <a:pPr algn="just"/>
            <a:r>
              <a:rPr lang="en-US" dirty="0"/>
              <a:t>The java command-line argument is an argument i.e. passed at the time of running the java program. The arguments passed from the console can be received in the java program and it can be used as an input.</a:t>
            </a:r>
          </a:p>
          <a:p>
            <a:pPr algn="just"/>
            <a:r>
              <a:rPr lang="en-US" dirty="0"/>
              <a:t>All command line input datatype is string </a:t>
            </a:r>
          </a:p>
          <a:p>
            <a:pPr algn="just"/>
            <a:endParaRPr lang="en-US" dirty="0"/>
          </a:p>
        </p:txBody>
      </p:sp>
      <p:pic>
        <p:nvPicPr>
          <p:cNvPr id="6" name="Picture 5"/>
          <p:cNvPicPr>
            <a:picLocks noChangeAspect="1"/>
          </p:cNvPicPr>
          <p:nvPr/>
        </p:nvPicPr>
        <p:blipFill>
          <a:blip r:embed="rId2"/>
          <a:stretch>
            <a:fillRect/>
          </a:stretch>
        </p:blipFill>
        <p:spPr>
          <a:xfrm>
            <a:off x="6871853" y="4888967"/>
            <a:ext cx="5173805" cy="1846650"/>
          </a:xfrm>
          <a:prstGeom prst="rect">
            <a:avLst/>
          </a:prstGeom>
        </p:spPr>
      </p:pic>
      <p:pic>
        <p:nvPicPr>
          <p:cNvPr id="7" name="Picture 6"/>
          <p:cNvPicPr>
            <a:picLocks noChangeAspect="1"/>
          </p:cNvPicPr>
          <p:nvPr/>
        </p:nvPicPr>
        <p:blipFill>
          <a:blip r:embed="rId3"/>
          <a:stretch>
            <a:fillRect/>
          </a:stretch>
        </p:blipFill>
        <p:spPr>
          <a:xfrm>
            <a:off x="357187" y="4888967"/>
            <a:ext cx="6385359" cy="1197706"/>
          </a:xfrm>
          <a:prstGeom prst="rect">
            <a:avLst/>
          </a:prstGeom>
        </p:spPr>
      </p:pic>
    </p:spTree>
    <p:extLst>
      <p:ext uri="{BB962C8B-B14F-4D97-AF65-F5344CB8AC3E}">
        <p14:creationId xmlns:p14="http://schemas.microsoft.com/office/powerpoint/2010/main" val="4208032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Java Command Line Arguments- Adding two numbers</a:t>
            </a:r>
          </a:p>
        </p:txBody>
      </p:sp>
      <p:pic>
        <p:nvPicPr>
          <p:cNvPr id="5" name="Picture 4"/>
          <p:cNvPicPr>
            <a:picLocks noChangeAspect="1"/>
          </p:cNvPicPr>
          <p:nvPr/>
        </p:nvPicPr>
        <p:blipFill>
          <a:blip r:embed="rId2"/>
          <a:stretch>
            <a:fillRect/>
          </a:stretch>
        </p:blipFill>
        <p:spPr>
          <a:xfrm>
            <a:off x="976745" y="2399001"/>
            <a:ext cx="9001125" cy="2447925"/>
          </a:xfrm>
          <a:prstGeom prst="rect">
            <a:avLst/>
          </a:prstGeom>
        </p:spPr>
      </p:pic>
    </p:spTree>
    <p:extLst>
      <p:ext uri="{BB962C8B-B14F-4D97-AF65-F5344CB8AC3E}">
        <p14:creationId xmlns:p14="http://schemas.microsoft.com/office/powerpoint/2010/main" val="3750071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DB011-FC5D-4024-B57F-A7848CFD3BF1}"/>
              </a:ext>
            </a:extLst>
          </p:cNvPr>
          <p:cNvSpPr>
            <a:spLocks noGrp="1"/>
          </p:cNvSpPr>
          <p:nvPr>
            <p:ph type="title"/>
          </p:nvPr>
        </p:nvSpPr>
        <p:spPr/>
        <p:txBody>
          <a:bodyPr/>
          <a:lstStyle/>
          <a:p>
            <a:r>
              <a:rPr lang="en-US" dirty="0"/>
              <a:t>Input through Scanner Class</a:t>
            </a:r>
          </a:p>
        </p:txBody>
      </p:sp>
      <p:sp>
        <p:nvSpPr>
          <p:cNvPr id="3" name="Content Placeholder 2">
            <a:extLst>
              <a:ext uri="{FF2B5EF4-FFF2-40B4-BE49-F238E27FC236}">
                <a16:creationId xmlns:a16="http://schemas.microsoft.com/office/drawing/2014/main" id="{B1DAD05C-EF21-4BA7-BFAA-FB3AFA2D93F3}"/>
              </a:ext>
            </a:extLst>
          </p:cNvPr>
          <p:cNvSpPr>
            <a:spLocks noGrp="1"/>
          </p:cNvSpPr>
          <p:nvPr>
            <p:ph idx="1"/>
          </p:nvPr>
        </p:nvSpPr>
        <p:spPr/>
        <p:txBody>
          <a:bodyPr>
            <a:normAutofit fontScale="92500" lnSpcReduction="10000"/>
          </a:bodyPr>
          <a:lstStyle/>
          <a:p>
            <a:r>
              <a:rPr lang="en-US" dirty="0"/>
              <a:t>Scanner is a class in </a:t>
            </a:r>
            <a:r>
              <a:rPr lang="en-US" dirty="0" err="1"/>
              <a:t>java.util</a:t>
            </a:r>
            <a:r>
              <a:rPr lang="en-US" dirty="0"/>
              <a:t> package used for obtaining the input of the primitive types like int, double, etc. and strings. </a:t>
            </a:r>
          </a:p>
          <a:p>
            <a:r>
              <a:rPr lang="en-US" dirty="0"/>
              <a:t>It is the easiest way to read input in a Java program, though not very efficient if you want an input method for scenarios where time is a constraint like in competitive programming.</a:t>
            </a:r>
          </a:p>
          <a:p>
            <a:pPr lvl="1" fontAlgn="base"/>
            <a:r>
              <a:rPr lang="en-US" dirty="0"/>
              <a:t>To create an object of Scanner class, we usually pass the predefined object System.in, which represents the standard input stream. </a:t>
            </a:r>
          </a:p>
          <a:p>
            <a:pPr lvl="1" fontAlgn="base"/>
            <a:r>
              <a:rPr lang="en-US" dirty="0"/>
              <a:t>To read numerical values of a certain data type XYZ, the function to use is </a:t>
            </a:r>
            <a:r>
              <a:rPr lang="en-US" dirty="0" err="1"/>
              <a:t>nextXYZ</a:t>
            </a:r>
            <a:r>
              <a:rPr lang="en-US" dirty="0"/>
              <a:t>(). For example, to read a value of type short, we can use </a:t>
            </a:r>
            <a:r>
              <a:rPr lang="en-US" dirty="0" err="1"/>
              <a:t>nextShort</a:t>
            </a:r>
            <a:r>
              <a:rPr lang="en-US" dirty="0"/>
              <a:t>()</a:t>
            </a:r>
          </a:p>
          <a:p>
            <a:pPr lvl="1" fontAlgn="base"/>
            <a:r>
              <a:rPr lang="en-US" dirty="0"/>
              <a:t>To read strings, we use </a:t>
            </a:r>
            <a:r>
              <a:rPr lang="en-US" dirty="0" err="1"/>
              <a:t>nextLine</a:t>
            </a:r>
            <a:r>
              <a:rPr lang="en-US" dirty="0"/>
              <a:t>().</a:t>
            </a:r>
          </a:p>
          <a:p>
            <a:pPr lvl="1" fontAlgn="base"/>
            <a:r>
              <a:rPr lang="en-US" dirty="0"/>
              <a:t>To read a single character, we use next().</a:t>
            </a:r>
            <a:r>
              <a:rPr lang="en-US" dirty="0" err="1"/>
              <a:t>charAt</a:t>
            </a:r>
            <a:r>
              <a:rPr lang="en-US" dirty="0"/>
              <a:t>(0). next() function returns the next token/word in the input as a string and </a:t>
            </a:r>
            <a:r>
              <a:rPr lang="en-US" dirty="0" err="1"/>
              <a:t>charAt</a:t>
            </a:r>
            <a:r>
              <a:rPr lang="en-US" dirty="0"/>
              <a:t>(0) function returns the first character in that string.</a:t>
            </a:r>
          </a:p>
          <a:p>
            <a:endParaRPr lang="en-US" dirty="0"/>
          </a:p>
        </p:txBody>
      </p:sp>
    </p:spTree>
    <p:extLst>
      <p:ext uri="{BB962C8B-B14F-4D97-AF65-F5344CB8AC3E}">
        <p14:creationId xmlns:p14="http://schemas.microsoft.com/office/powerpoint/2010/main" val="877228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CC2122-ABE3-4DEA-8894-670BD23D09C8}"/>
              </a:ext>
            </a:extLst>
          </p:cNvPr>
          <p:cNvPicPr>
            <a:picLocks noChangeAspect="1"/>
          </p:cNvPicPr>
          <p:nvPr/>
        </p:nvPicPr>
        <p:blipFill rotWithShape="1">
          <a:blip r:embed="rId2"/>
          <a:srcRect l="1322"/>
          <a:stretch/>
        </p:blipFill>
        <p:spPr>
          <a:xfrm>
            <a:off x="622852" y="135213"/>
            <a:ext cx="7235686" cy="6562951"/>
          </a:xfrm>
          <a:prstGeom prst="rect">
            <a:avLst/>
          </a:prstGeom>
        </p:spPr>
      </p:pic>
    </p:spTree>
    <p:extLst>
      <p:ext uri="{BB962C8B-B14F-4D97-AF65-F5344CB8AC3E}">
        <p14:creationId xmlns:p14="http://schemas.microsoft.com/office/powerpoint/2010/main" val="3659157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A0B25B-A377-4219-951F-C29362C7DBDC}"/>
              </a:ext>
            </a:extLst>
          </p:cNvPr>
          <p:cNvPicPr>
            <a:picLocks noChangeAspect="1"/>
          </p:cNvPicPr>
          <p:nvPr/>
        </p:nvPicPr>
        <p:blipFill>
          <a:blip r:embed="rId2"/>
          <a:stretch>
            <a:fillRect/>
          </a:stretch>
        </p:blipFill>
        <p:spPr>
          <a:xfrm>
            <a:off x="1528762" y="279929"/>
            <a:ext cx="7946543" cy="6298141"/>
          </a:xfrm>
          <a:prstGeom prst="rect">
            <a:avLst/>
          </a:prstGeom>
        </p:spPr>
      </p:pic>
    </p:spTree>
    <p:extLst>
      <p:ext uri="{BB962C8B-B14F-4D97-AF65-F5344CB8AC3E}">
        <p14:creationId xmlns:p14="http://schemas.microsoft.com/office/powerpoint/2010/main" val="1435578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F051D-092F-4315-88B8-4265D14F682F}"/>
              </a:ext>
            </a:extLst>
          </p:cNvPr>
          <p:cNvSpPr>
            <a:spLocks noGrp="1"/>
          </p:cNvSpPr>
          <p:nvPr>
            <p:ph type="title"/>
          </p:nvPr>
        </p:nvSpPr>
        <p:spPr/>
        <p:txBody>
          <a:bodyPr/>
          <a:lstStyle/>
          <a:p>
            <a:r>
              <a:rPr lang="en-US" dirty="0"/>
              <a:t>Input through </a:t>
            </a:r>
            <a:r>
              <a:rPr lang="en-US" dirty="0" err="1"/>
              <a:t>JOptionPane</a:t>
            </a:r>
            <a:endParaRPr lang="en-US" dirty="0"/>
          </a:p>
        </p:txBody>
      </p:sp>
      <p:sp>
        <p:nvSpPr>
          <p:cNvPr id="3" name="Content Placeholder 2">
            <a:extLst>
              <a:ext uri="{FF2B5EF4-FFF2-40B4-BE49-F238E27FC236}">
                <a16:creationId xmlns:a16="http://schemas.microsoft.com/office/drawing/2014/main" id="{EAFBC241-EEAA-45B8-ADF5-FB8591B6436A}"/>
              </a:ext>
            </a:extLst>
          </p:cNvPr>
          <p:cNvSpPr>
            <a:spLocks noGrp="1"/>
          </p:cNvSpPr>
          <p:nvPr>
            <p:ph idx="1"/>
          </p:nvPr>
        </p:nvSpPr>
        <p:spPr/>
        <p:txBody>
          <a:bodyPr/>
          <a:lstStyle/>
          <a:p>
            <a:r>
              <a:rPr lang="en-US" dirty="0"/>
              <a:t>Another useful class for accepting user input, and displaying results, is the </a:t>
            </a:r>
            <a:r>
              <a:rPr lang="en-US" dirty="0" err="1"/>
              <a:t>JOptionPane</a:t>
            </a:r>
            <a:r>
              <a:rPr lang="en-US" dirty="0"/>
              <a:t> class. </a:t>
            </a:r>
          </a:p>
          <a:p>
            <a:r>
              <a:rPr lang="en-US" dirty="0"/>
              <a:t>This is located in the </a:t>
            </a:r>
            <a:r>
              <a:rPr lang="en-US" dirty="0" err="1"/>
              <a:t>javax.swing</a:t>
            </a:r>
            <a:r>
              <a:rPr lang="en-US" dirty="0"/>
              <a:t> library. </a:t>
            </a:r>
          </a:p>
          <a:p>
            <a:r>
              <a:rPr lang="en-US" dirty="0"/>
              <a:t>The </a:t>
            </a:r>
            <a:r>
              <a:rPr lang="en-US" dirty="0" err="1"/>
              <a:t>JOptionPane</a:t>
            </a:r>
            <a:r>
              <a:rPr lang="en-US" dirty="0"/>
              <a:t> class allows you to have input boxes like this one:</a:t>
            </a:r>
          </a:p>
        </p:txBody>
      </p:sp>
      <p:pic>
        <p:nvPicPr>
          <p:cNvPr id="4" name="Picture 3">
            <a:extLst>
              <a:ext uri="{FF2B5EF4-FFF2-40B4-BE49-F238E27FC236}">
                <a16:creationId xmlns:a16="http://schemas.microsoft.com/office/drawing/2014/main" id="{0210AF14-FA41-476B-A306-FC7C70E68F97}"/>
              </a:ext>
            </a:extLst>
          </p:cNvPr>
          <p:cNvPicPr>
            <a:picLocks noChangeAspect="1"/>
          </p:cNvPicPr>
          <p:nvPr/>
        </p:nvPicPr>
        <p:blipFill>
          <a:blip r:embed="rId2"/>
          <a:stretch>
            <a:fillRect/>
          </a:stretch>
        </p:blipFill>
        <p:spPr>
          <a:xfrm>
            <a:off x="1831698" y="3665468"/>
            <a:ext cx="4728127" cy="2674769"/>
          </a:xfrm>
          <a:prstGeom prst="rect">
            <a:avLst/>
          </a:prstGeom>
        </p:spPr>
      </p:pic>
    </p:spTree>
    <p:extLst>
      <p:ext uri="{BB962C8B-B14F-4D97-AF65-F5344CB8AC3E}">
        <p14:creationId xmlns:p14="http://schemas.microsoft.com/office/powerpoint/2010/main" val="1559457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254ADC-EBF6-4841-9F22-5D07EDC820A4}"/>
              </a:ext>
            </a:extLst>
          </p:cNvPr>
          <p:cNvPicPr>
            <a:picLocks noChangeAspect="1"/>
          </p:cNvPicPr>
          <p:nvPr/>
        </p:nvPicPr>
        <p:blipFill>
          <a:blip r:embed="rId2"/>
          <a:stretch>
            <a:fillRect/>
          </a:stretch>
        </p:blipFill>
        <p:spPr>
          <a:xfrm>
            <a:off x="1904586" y="458706"/>
            <a:ext cx="8382828" cy="5940587"/>
          </a:xfrm>
          <a:prstGeom prst="rect">
            <a:avLst/>
          </a:prstGeom>
        </p:spPr>
      </p:pic>
    </p:spTree>
    <p:extLst>
      <p:ext uri="{BB962C8B-B14F-4D97-AF65-F5344CB8AC3E}">
        <p14:creationId xmlns:p14="http://schemas.microsoft.com/office/powerpoint/2010/main" val="1474123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DCA0A4-F24E-41F6-A620-A743EC59A517}"/>
              </a:ext>
            </a:extLst>
          </p:cNvPr>
          <p:cNvPicPr>
            <a:picLocks noChangeAspect="1"/>
          </p:cNvPicPr>
          <p:nvPr/>
        </p:nvPicPr>
        <p:blipFill>
          <a:blip r:embed="rId2"/>
          <a:stretch>
            <a:fillRect/>
          </a:stretch>
        </p:blipFill>
        <p:spPr>
          <a:xfrm>
            <a:off x="1715742" y="392660"/>
            <a:ext cx="7733058" cy="6072680"/>
          </a:xfrm>
          <a:prstGeom prst="rect">
            <a:avLst/>
          </a:prstGeom>
        </p:spPr>
      </p:pic>
    </p:spTree>
    <p:extLst>
      <p:ext uri="{BB962C8B-B14F-4D97-AF65-F5344CB8AC3E}">
        <p14:creationId xmlns:p14="http://schemas.microsoft.com/office/powerpoint/2010/main" val="2414897108"/>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TM04033923[[fn=Depth]]</Template>
  <TotalTime>15</TotalTime>
  <Words>304</Words>
  <Application>Microsoft Office PowerPoint</Application>
  <PresentationFormat>Widescreen</PresentationFormat>
  <Paragraphs>22</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Corbel</vt:lpstr>
      <vt:lpstr>Depth</vt:lpstr>
      <vt:lpstr>Input in Java</vt:lpstr>
      <vt:lpstr>Agenda</vt:lpstr>
      <vt:lpstr>Java Command Line Arguments</vt:lpstr>
      <vt:lpstr>Java Command Line Arguments- Adding two numbers</vt:lpstr>
      <vt:lpstr>Input through Scanner Class</vt:lpstr>
      <vt:lpstr>PowerPoint Presentation</vt:lpstr>
      <vt:lpstr>PowerPoint Presentation</vt:lpstr>
      <vt:lpstr>Input through JOptionPane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Input in Java</dc:title>
  <dc:creator>khairunisa</dc:creator>
  <cp:lastModifiedBy>Dr. Ghulam Mujtaba</cp:lastModifiedBy>
  <cp:revision>4</cp:revision>
  <dcterms:created xsi:type="dcterms:W3CDTF">2019-09-11T06:53:34Z</dcterms:created>
  <dcterms:modified xsi:type="dcterms:W3CDTF">2023-02-06T17:43:00Z</dcterms:modified>
</cp:coreProperties>
</file>