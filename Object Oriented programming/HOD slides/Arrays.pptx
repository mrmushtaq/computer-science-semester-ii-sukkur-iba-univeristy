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8" r:id="rId19"/>
    <p:sldId id="277" r:id="rId20"/>
    <p:sldId id="276" r:id="rId21"/>
    <p:sldId id="279" r:id="rId22"/>
    <p:sldId id="280" r:id="rId23"/>
    <p:sldId id="26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47C0A-2EA7-4975-8CC7-9B0B2DBF9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26B5E-109D-4603-A7BB-E015306FE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8337D-F465-46E9-AF1E-5C7BCA0EB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C9DFE-7ADB-4504-8417-45E9DC5D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71730-FF26-4A20-9FCF-D7AB3A7AC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0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F0A47-E6C5-47E5-A570-D89FD544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EE293-D08F-490B-808C-B2FA7B802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62A4-21F9-4F76-8B58-BC8F0E78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8EC0E-E173-409A-BF5D-71E17F12A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933DD-FB94-4366-A4FC-69C83123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5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A5A97-F32E-46DB-8C7B-713A7003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01684-3289-44BB-A513-6DFFDBDB7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AD3FC-91DE-4544-BDA5-4D190986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4FA91-7EB3-438F-B61E-CA7CDF16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03F2D-53EA-4802-9B81-3C8A52AA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93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112D-C419-498C-A3BD-8267B2080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67A0F-77CE-47D1-9EE2-4EA7F1D81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2E73E-4EB1-4F0B-819E-64897C366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66D80-9397-4E87-9063-53523671B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91793-BAB3-4A2E-A03A-21F2D46B8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2F6F8-E4B9-4946-AE75-F43FD7F3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1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7EE73-F470-474E-A6EF-9CDC6D456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A9B46-60C8-42C5-B4EC-07CC2C4FD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6B373-5F40-48B2-B51B-D1562182C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56E387-DDAE-45CB-9CFB-7E7460297D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27BDD-247F-49A4-ADED-EA2108E5C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24D7E1-06FC-4AC1-8767-BB164DA6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E027A2-6575-47DF-AD13-134A22C72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7F9732-AA49-4DF3-A654-0E1AC0AC4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6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6EF8-2C4D-414D-9358-296B6DB81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C7D482-4D94-448D-A6D9-65A15078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69C395-323E-4313-9444-F946A3D7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FFC26-8965-44CC-96E9-232D7C21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5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F715DA-5A3A-449C-BC96-E4ADC43A1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2016A-4287-4DA8-B27D-5632DE9A9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38E5B-43EF-4164-A953-D581E9B2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35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C5666-FAA1-40B3-8A49-9779221FE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C04A-4BFD-49BF-88F4-60D0AFD9F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39092-7D92-4450-9FDC-54C693DC2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C9DE4-7038-4B21-BD10-183775CD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209B6-AB31-4560-97CF-38B07E24F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0664F-8900-4B7D-8B1D-1C390C461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5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8AF02-8EE7-4BEC-B0C5-500BF7B61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0DDD4-1AAB-4CA7-B8AC-0391F9C4D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B2C5D-11D2-4B0E-A310-D6A337FD1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D9B78-41AF-4856-88E1-6E8CF97B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4EF46-81C9-4AC6-ACCE-F89656B46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13565-1676-49D3-B795-D2CC788D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94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2EDE3-4BF0-493B-8F16-4C61DDF4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796ED-C22A-402D-9260-477CB2061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B139B-05DF-4358-80F9-1D616A228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1CFF-F836-4E30-9B93-4708EF3B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BFF65-02C4-4605-9616-5BABD4E6A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2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77332E-BD52-4145-A5C6-8A27DA8462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E9561-6746-411B-83D5-40DF9FA24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B3F01-4CB8-4055-873A-8B32BB5D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0D103-E038-4D21-A100-4635DF051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4603A-0271-48A4-83AF-ED1E35A9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75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092DF-0EC6-47A5-8BE1-0888E0BF3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B7954-A402-4975-A07D-4C573366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287E4-584E-416A-900E-EE12C64C1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874AF-3A7F-4506-9C1C-AF58C739A7F0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A30FD-FF92-4B7F-85E5-A4D647B1C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DF777-3FC9-401A-9B24-52320D6CF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41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BC4C3819-6FEA-40B8-9471-674A1B43DA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en-US" sz="3200" dirty="0"/>
              <a:t>Week 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6729-B29E-4279-8B73-DAECA6AF8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463" y="2776538"/>
            <a:ext cx="11904617" cy="1381188"/>
          </a:xfrm>
        </p:spPr>
        <p:txBody>
          <a:bodyPr anchor="ctr">
            <a:no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Arrays in Java</a:t>
            </a:r>
          </a:p>
        </p:txBody>
      </p:sp>
    </p:spTree>
    <p:extLst>
      <p:ext uri="{BB962C8B-B14F-4D97-AF65-F5344CB8AC3E}">
        <p14:creationId xmlns:p14="http://schemas.microsoft.com/office/powerpoint/2010/main" val="1070980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EADC6-C05E-0702-D2C7-394C2C09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00"/>
                </a:solidFill>
              </a:rPr>
              <a:t>Agenda</a:t>
            </a:r>
            <a:endParaRPr lang="en-PK" sz="6600" b="1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692E0-D6BC-A94F-A929-1C111E00F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Recap of Last Lecture</a:t>
            </a:r>
          </a:p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Arrays</a:t>
            </a:r>
          </a:p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One-D Arrays</a:t>
            </a:r>
          </a:p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Two-D Arrays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Recap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2417735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EADC6-C05E-0702-D2C7-394C2C09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00"/>
                </a:solidFill>
              </a:rPr>
              <a:t>Arrays</a:t>
            </a:r>
            <a:endParaRPr lang="en-PK" sz="6600" b="1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692E0-D6BC-A94F-A929-1C111E00F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Collection of homogenous datatypes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Array Declaration</a:t>
            </a:r>
          </a:p>
          <a:p>
            <a:pPr lvl="1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type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varName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[] = new int [12] ;</a:t>
            </a:r>
          </a:p>
          <a:p>
            <a:pPr lvl="1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monthDays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[] = new int [12] ;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Array initialization</a:t>
            </a:r>
          </a:p>
          <a:p>
            <a:pPr lvl="1"/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varName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[index] = value ;</a:t>
            </a:r>
          </a:p>
          <a:p>
            <a:pPr lvl="1"/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monthDays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[0] = 31 ;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Array index</a:t>
            </a:r>
          </a:p>
          <a:p>
            <a:pPr lvl="1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Uniquely identify array element and always start with 0.</a:t>
            </a:r>
          </a:p>
        </p:txBody>
      </p:sp>
    </p:spTree>
    <p:extLst>
      <p:ext uri="{BB962C8B-B14F-4D97-AF65-F5344CB8AC3E}">
        <p14:creationId xmlns:p14="http://schemas.microsoft.com/office/powerpoint/2010/main" val="3124009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EADC6-C05E-0702-D2C7-394C2C09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00"/>
                </a:solidFill>
              </a:rPr>
              <a:t>Arrays</a:t>
            </a:r>
            <a:endParaRPr lang="en-PK" sz="6600" b="1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66286F-A6B4-4EE5-B92C-71F1424B4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045" y="2015775"/>
            <a:ext cx="6381165" cy="3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71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EADC6-C05E-0702-D2C7-394C2C09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00"/>
                </a:solidFill>
              </a:rPr>
              <a:t>Arrays</a:t>
            </a:r>
            <a:endParaRPr lang="en-PK" sz="6600" b="1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09D2F3-D24B-4405-ADD0-C092D1B4D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567" y="2500855"/>
            <a:ext cx="7735504" cy="204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18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EADC6-C05E-0702-D2C7-394C2C09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00"/>
                </a:solidFill>
              </a:rPr>
              <a:t>Arrays</a:t>
            </a:r>
            <a:endParaRPr lang="en-PK" sz="6600" b="1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4DDBBE-1B3D-4F2A-82D1-EBFED11E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733" y="1887890"/>
            <a:ext cx="8030841" cy="329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2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EADC6-C05E-0702-D2C7-394C2C09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Multi-Dimensional Arrays</a:t>
            </a:r>
            <a:endParaRPr lang="en-PK" b="1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453EC4-F489-4AD5-A0C6-77B903819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260" y="1461347"/>
            <a:ext cx="5899538" cy="5749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A4D0D7-CECA-4583-AA86-93A2AB23E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881" y="2173714"/>
            <a:ext cx="6178868" cy="429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EADC6-C05E-0702-D2C7-394C2C09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Multi-Dimensional Arrays</a:t>
            </a:r>
            <a:endParaRPr lang="en-PK" b="1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75488D-6ECE-4928-8497-0F05EDD4F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259" y="1542752"/>
            <a:ext cx="4730993" cy="37022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255FA9-6CE4-4B6A-9B15-A86CA5950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909" y="5311663"/>
            <a:ext cx="3791145" cy="122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13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EADC6-C05E-0702-D2C7-394C2C09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Multi-Dimensional Arrays</a:t>
            </a:r>
            <a:endParaRPr lang="en-PK" b="1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51AD60-F7D9-4A57-8D80-A0AD20358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510" y="267774"/>
            <a:ext cx="7657718" cy="65902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23E0BE-F7D4-459D-8650-1803997E7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33" y="5272160"/>
            <a:ext cx="4592103" cy="14164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32787A-538D-437B-B02F-123BD6270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384" y="5602124"/>
            <a:ext cx="1418494" cy="108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EADC6-C05E-0702-D2C7-394C2C09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FF00"/>
                </a:solidFill>
              </a:rPr>
              <a:t>Alternative Declaration of Array</a:t>
            </a:r>
            <a:endParaRPr lang="en-PK" sz="5400" b="1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6DC7C0-655B-412D-86B9-0814085A1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343" y="1632937"/>
            <a:ext cx="4159879" cy="7270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162C23-F379-46D1-8D83-BAD595A8A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342" y="2601948"/>
            <a:ext cx="6440966" cy="8270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411BB7-4EC6-4638-9F4C-7F403ADE5C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342" y="3586389"/>
            <a:ext cx="6453996" cy="136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402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8A0B69-6533-4B50-92D2-17992C14C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04" y="188839"/>
            <a:ext cx="6310202" cy="64431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A1F6BD-E700-4BE3-89BB-BDD8B9E1D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288" y="3525841"/>
            <a:ext cx="4528312" cy="291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40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562485-4772-4699-BC44-AA189D4AD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4" y="310219"/>
            <a:ext cx="6606141" cy="609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59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5AEDEC-BE9B-4238-B960-9FEC725DE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22" y="252543"/>
            <a:ext cx="7935992" cy="610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92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45209A-F3CE-4824-9974-FB6A20614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97" y="1075523"/>
            <a:ext cx="9353865" cy="458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669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A97FCFF-EE34-0AC5-FFC5-74D8F0225C79}"/>
              </a:ext>
            </a:extLst>
          </p:cNvPr>
          <p:cNvSpPr txBox="1"/>
          <p:nvPr/>
        </p:nvSpPr>
        <p:spPr>
          <a:xfrm>
            <a:off x="6809500" y="426720"/>
            <a:ext cx="2249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For Each Loop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0461C8-18EC-F969-D74F-838D384EE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22" y="1348730"/>
            <a:ext cx="8050126" cy="49098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4B9330-2509-4274-0D5A-DF868AA2E7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5310"/>
          <a:stretch/>
        </p:blipFill>
        <p:spPr>
          <a:xfrm>
            <a:off x="4701645" y="5509270"/>
            <a:ext cx="6465556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02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4C2746-636D-5B84-B107-C604CB114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26" y="137244"/>
            <a:ext cx="7389534" cy="65117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C5D09D-EFC0-8F51-A031-99FADB9D3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309" y="5420984"/>
            <a:ext cx="5579245" cy="10102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97FCFF-EE34-0AC5-FFC5-74D8F0225C79}"/>
              </a:ext>
            </a:extLst>
          </p:cNvPr>
          <p:cNvSpPr txBox="1"/>
          <p:nvPr/>
        </p:nvSpPr>
        <p:spPr>
          <a:xfrm>
            <a:off x="6809500" y="426720"/>
            <a:ext cx="497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For Each Loop is Read Only Loop</a:t>
            </a:r>
          </a:p>
        </p:txBody>
      </p:sp>
    </p:spTree>
    <p:extLst>
      <p:ext uri="{BB962C8B-B14F-4D97-AF65-F5344CB8AC3E}">
        <p14:creationId xmlns:p14="http://schemas.microsoft.com/office/powerpoint/2010/main" val="70077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DE772B-30E8-B8E9-8D2D-07DC396EF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80" y="413496"/>
            <a:ext cx="11862840" cy="60310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346AFF-44A1-428E-0043-CE1842049966}"/>
              </a:ext>
            </a:extLst>
          </p:cNvPr>
          <p:cNvSpPr txBox="1"/>
          <p:nvPr/>
        </p:nvSpPr>
        <p:spPr>
          <a:xfrm>
            <a:off x="6809500" y="426720"/>
            <a:ext cx="3530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Linear Search Program</a:t>
            </a:r>
          </a:p>
        </p:txBody>
      </p:sp>
    </p:spTree>
    <p:extLst>
      <p:ext uri="{BB962C8B-B14F-4D97-AF65-F5344CB8AC3E}">
        <p14:creationId xmlns:p14="http://schemas.microsoft.com/office/powerpoint/2010/main" val="2342410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inary Search - GeeksforGeeks">
            <a:extLst>
              <a:ext uri="{FF2B5EF4-FFF2-40B4-BE49-F238E27FC236}">
                <a16:creationId xmlns:a16="http://schemas.microsoft.com/office/drawing/2014/main" id="{2D51242A-DC3F-7D39-B1A9-02B05FE8B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12" y="294287"/>
            <a:ext cx="11213668" cy="624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708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D9F2A2-FA28-8E9C-6D27-B023DECE8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026" y="314728"/>
            <a:ext cx="8942718" cy="59524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790B72-F66B-4780-5DEB-0D9B76A1B11B}"/>
              </a:ext>
            </a:extLst>
          </p:cNvPr>
          <p:cNvSpPr txBox="1"/>
          <p:nvPr/>
        </p:nvSpPr>
        <p:spPr>
          <a:xfrm>
            <a:off x="2659092" y="6267225"/>
            <a:ext cx="8227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https://tenor.com/view/binary-search-sequence-search-gif-20595028</a:t>
            </a:r>
          </a:p>
        </p:txBody>
      </p:sp>
    </p:spTree>
    <p:extLst>
      <p:ext uri="{BB962C8B-B14F-4D97-AF65-F5344CB8AC3E}">
        <p14:creationId xmlns:p14="http://schemas.microsoft.com/office/powerpoint/2010/main" val="1780687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346AFF-44A1-428E-0043-CE1842049966}"/>
              </a:ext>
            </a:extLst>
          </p:cNvPr>
          <p:cNvSpPr txBox="1"/>
          <p:nvPr/>
        </p:nvSpPr>
        <p:spPr>
          <a:xfrm>
            <a:off x="6809500" y="426720"/>
            <a:ext cx="4187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Binary Search Pseudo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8DE5E-8FA4-A6E5-9AB3-ECC37684C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15" y="1228464"/>
            <a:ext cx="5439158" cy="520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78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60802F-E3C5-11B0-236A-4539D1764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79" y="171965"/>
            <a:ext cx="10491061" cy="65407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346AFF-44A1-428E-0043-CE1842049966}"/>
              </a:ext>
            </a:extLst>
          </p:cNvPr>
          <p:cNvSpPr txBox="1"/>
          <p:nvPr/>
        </p:nvSpPr>
        <p:spPr>
          <a:xfrm>
            <a:off x="6844005" y="171964"/>
            <a:ext cx="3570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Binary Search Program</a:t>
            </a:r>
          </a:p>
        </p:txBody>
      </p:sp>
    </p:spTree>
    <p:extLst>
      <p:ext uri="{BB962C8B-B14F-4D97-AF65-F5344CB8AC3E}">
        <p14:creationId xmlns:p14="http://schemas.microsoft.com/office/powerpoint/2010/main" val="123937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A52745-40E6-E04E-F5E6-92F5264E57DE}"/>
              </a:ext>
            </a:extLst>
          </p:cNvPr>
          <p:cNvSpPr txBox="1"/>
          <p:nvPr/>
        </p:nvSpPr>
        <p:spPr>
          <a:xfrm>
            <a:off x="493863" y="6107827"/>
            <a:ext cx="10918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https://yongdanielliang.github.io/animation/web/BubbleSortNew.html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00DE0F-0F4F-B627-5B28-1DBABDBAE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45" y="308647"/>
            <a:ext cx="9453290" cy="57244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60B672-3BC8-5BA4-549D-57937C811713}"/>
              </a:ext>
            </a:extLst>
          </p:cNvPr>
          <p:cNvSpPr txBox="1"/>
          <p:nvPr/>
        </p:nvSpPr>
        <p:spPr>
          <a:xfrm>
            <a:off x="2503818" y="5738495"/>
            <a:ext cx="8365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https://www.hackerearth.com/practice/algorithms/sorting/bubble-sort/visualize/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46AFF-44A1-428E-0043-CE1842049966}"/>
              </a:ext>
            </a:extLst>
          </p:cNvPr>
          <p:cNvSpPr txBox="1"/>
          <p:nvPr/>
        </p:nvSpPr>
        <p:spPr>
          <a:xfrm>
            <a:off x="8362253" y="308647"/>
            <a:ext cx="3645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Bubble Sort Algorithms</a:t>
            </a:r>
          </a:p>
        </p:txBody>
      </p:sp>
    </p:spTree>
    <p:extLst>
      <p:ext uri="{BB962C8B-B14F-4D97-AF65-F5344CB8AC3E}">
        <p14:creationId xmlns:p14="http://schemas.microsoft.com/office/powerpoint/2010/main" val="1002959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EADC6-C05E-0702-D2C7-394C2C09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00"/>
                </a:solidFill>
              </a:rPr>
              <a:t>Recap</a:t>
            </a:r>
            <a:endParaRPr lang="en-PK" sz="6600" b="1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692E0-D6BC-A94F-A929-1C111E00F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Arrays</a:t>
            </a:r>
          </a:p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One-D Arrays</a:t>
            </a:r>
          </a:p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Two-D Arrays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511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158</Words>
  <Application>Microsoft Office PowerPoint</Application>
  <PresentationFormat>Widescreen</PresentationFormat>
  <Paragraphs>38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Arrays in Java</vt:lpstr>
      <vt:lpstr>Agenda</vt:lpstr>
      <vt:lpstr>Arrays</vt:lpstr>
      <vt:lpstr>Arrays</vt:lpstr>
      <vt:lpstr>Arrays</vt:lpstr>
      <vt:lpstr>Arrays</vt:lpstr>
      <vt:lpstr>Multi-Dimensional Arrays</vt:lpstr>
      <vt:lpstr>Multi-Dimensional Arrays</vt:lpstr>
      <vt:lpstr>Multi-Dimensional Arrays</vt:lpstr>
      <vt:lpstr>Alternative Declaration of Array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Operators and Control Structures</dc:title>
  <dc:creator>khairunisa</dc:creator>
  <cp:lastModifiedBy>Mr. Ghulam Mujtaba Shaikh</cp:lastModifiedBy>
  <cp:revision>87</cp:revision>
  <dcterms:created xsi:type="dcterms:W3CDTF">2019-09-02T07:45:43Z</dcterms:created>
  <dcterms:modified xsi:type="dcterms:W3CDTF">2023-02-20T17:10:58Z</dcterms:modified>
</cp:coreProperties>
</file>