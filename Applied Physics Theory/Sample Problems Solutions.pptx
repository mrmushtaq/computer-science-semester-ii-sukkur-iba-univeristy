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1070" r:id="rId3"/>
    <p:sldId id="1072" r:id="rId4"/>
    <p:sldId id="1074" r:id="rId5"/>
    <p:sldId id="1075" r:id="rId6"/>
    <p:sldId id="1076" r:id="rId7"/>
    <p:sldId id="1077" r:id="rId8"/>
    <p:sldId id="1071" r:id="rId9"/>
    <p:sldId id="1073" r:id="rId10"/>
    <p:sldId id="1078" r:id="rId11"/>
    <p:sldId id="1079" r:id="rId12"/>
    <p:sldId id="1080" r:id="rId13"/>
    <p:sldId id="10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848"/>
    <a:srgbClr val="FFC000"/>
    <a:srgbClr val="FF0000"/>
    <a:srgbClr val="70AD47"/>
    <a:srgbClr val="FAFAFA"/>
    <a:srgbClr val="FFFFFF"/>
    <a:srgbClr val="E2F0D9"/>
    <a:srgbClr val="FBE5D6"/>
    <a:srgbClr val="D0CECE"/>
    <a:srgbClr val="73F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6340" autoAdjust="0"/>
  </p:normalViewPr>
  <p:slideViewPr>
    <p:cSldViewPr snapToGrid="0">
      <p:cViewPr varScale="1">
        <p:scale>
          <a:sx n="111" d="100"/>
          <a:sy n="111" d="100"/>
        </p:scale>
        <p:origin x="930" y="1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D1AB2-1E52-4454-BCEE-9054C007360F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D87E1-FBE1-4318-A64C-6581583397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06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5B66-5FF8-4871-9FDA-E245DCA4E581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1CD0-B6EC-4FCC-A098-B065C4933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1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4D1CD0-B6EC-4FCC-A098-B065C4933A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9F5C8-980B-4153-9A81-0CA7AD338922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8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36914-E001-4052-8B78-7CC800F2A524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9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48D6-5D40-4487-825E-E32A08DEA8DB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5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75972-FA09-4761-957D-7741E81AEC97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0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1059-D645-4EBA-ABF5-B0F4E5F12AEB}" type="datetime1">
              <a:rPr lang="en-US" smtClean="0"/>
              <a:t>3/5/2024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4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95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44E02-239A-4F53-A42C-C9964CFEC0BE}" type="datetime1">
              <a:rPr lang="en-US" smtClean="0"/>
              <a:t>3/5/2024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3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54A9-984B-48B6-8C13-84263C80F923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2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6741-07AF-4A59-AB29-CFC90116DA55}" type="datetime1">
              <a:rPr lang="en-US" smtClean="0"/>
              <a:t>3/5/2024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1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F9E5-283D-40CA-8916-DC8411ABDFAD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4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CCD2E-81D9-4BFC-BFEA-F47D2929F778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4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CFB06-B06C-47B1-BCD5-EB6FF6D01F51}" type="datetime1">
              <a:rPr lang="en-US" smtClean="0"/>
              <a:t>3/5/2024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Electrical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F66FA-1D38-4225-99EF-DA3E159AA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801504" y="375373"/>
            <a:ext cx="9962865" cy="4462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4294967295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3F66FA-1D38-4225-99EF-DA3E159AA041}" type="slidenum">
              <a:rPr lang="en-US" smtClean="0"/>
              <a:t>1</a:t>
            </a:fld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519346" y="1447227"/>
            <a:ext cx="7145355" cy="1825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problems</a:t>
            </a:r>
          </a:p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Coulomb’s Law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  <p:pic>
        <p:nvPicPr>
          <p:cNvPr id="19" name="Picture 1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14"/>
          <p:cNvSpPr txBox="1">
            <a:spLocks/>
          </p:cNvSpPr>
          <p:nvPr/>
        </p:nvSpPr>
        <p:spPr>
          <a:xfrm>
            <a:off x="4253470" y="6410941"/>
            <a:ext cx="4090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Engr. Asif 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14"/>
          <p:cNvSpPr txBox="1">
            <a:spLocks/>
          </p:cNvSpPr>
          <p:nvPr/>
        </p:nvSpPr>
        <p:spPr>
          <a:xfrm>
            <a:off x="120009" y="6410941"/>
            <a:ext cx="1420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– 02</a:t>
            </a:r>
          </a:p>
        </p:txBody>
      </p:sp>
    </p:spTree>
    <p:extLst>
      <p:ext uri="{BB962C8B-B14F-4D97-AF65-F5344CB8AC3E}">
        <p14:creationId xmlns:p14="http://schemas.microsoft.com/office/powerpoint/2010/main" val="63890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91" y="2153265"/>
            <a:ext cx="11345858" cy="96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7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8" y="1976117"/>
            <a:ext cx="11528323" cy="66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4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Problem-03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6" y="1794015"/>
            <a:ext cx="11724968" cy="67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Problem-04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14" y="1138161"/>
            <a:ext cx="553479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4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Problem-05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943" y="1690688"/>
            <a:ext cx="546811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14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Problem-06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1333450"/>
            <a:ext cx="1126012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4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Problem-01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49" y="1466401"/>
            <a:ext cx="11345858" cy="9629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650"/>
            <a:ext cx="12192000" cy="369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4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Problem-02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8" y="1467381"/>
            <a:ext cx="11860162" cy="6640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9" y="2153432"/>
            <a:ext cx="12192000" cy="49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3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Problem-03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1395808"/>
            <a:ext cx="12192000" cy="6742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32" y="2070062"/>
            <a:ext cx="12192000" cy="44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Problem-04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601" y="1500917"/>
            <a:ext cx="5534797" cy="552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64" y="2338756"/>
            <a:ext cx="9869277" cy="451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7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Problem-05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943" y="1593537"/>
            <a:ext cx="5468113" cy="8097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255" y="2403275"/>
            <a:ext cx="9221487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50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98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Problem-06</a:t>
            </a:r>
            <a:br>
              <a:rPr lang="en-US" dirty="0" smtClean="0"/>
            </a:b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19" y="1596923"/>
            <a:ext cx="11260121" cy="714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" y="2518579"/>
            <a:ext cx="12192000" cy="427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9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17277</TotalTime>
  <Words>34</Words>
  <Application>Microsoft Office PowerPoint</Application>
  <PresentationFormat>Widescreen</PresentationFormat>
  <Paragraphs>22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 </vt:lpstr>
      <vt:lpstr>Problem-01</vt:lpstr>
      <vt:lpstr>Problem-02</vt:lpstr>
      <vt:lpstr>Problem-03</vt:lpstr>
      <vt:lpstr>Problem-04 </vt:lpstr>
      <vt:lpstr>Problem-05 </vt:lpstr>
      <vt:lpstr>Problem-06 </vt:lpstr>
      <vt:lpstr>Problem-01 Solution</vt:lpstr>
      <vt:lpstr>Problem-02 Solution</vt:lpstr>
      <vt:lpstr>Problem-03 Solution</vt:lpstr>
      <vt:lpstr>Problem-04 Solution</vt:lpstr>
      <vt:lpstr>Problem-05 Solution</vt:lpstr>
      <vt:lpstr>Problem-06 Solution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Fawad</dc:creator>
  <cp:lastModifiedBy>Engr Asif Ali</cp:lastModifiedBy>
  <cp:revision>3802</cp:revision>
  <cp:lastPrinted>2019-02-14T05:58:33Z</cp:lastPrinted>
  <dcterms:created xsi:type="dcterms:W3CDTF">2018-08-18T08:19:07Z</dcterms:created>
  <dcterms:modified xsi:type="dcterms:W3CDTF">2024-03-04T19:36:57Z</dcterms:modified>
</cp:coreProperties>
</file>