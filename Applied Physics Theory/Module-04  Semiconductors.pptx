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636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1181" y="0"/>
            <a:ext cx="1671955" cy="1567815"/>
          </a:xfrm>
          <a:custGeom>
            <a:avLst/>
            <a:gdLst/>
            <a:ahLst/>
            <a:cxnLst/>
            <a:rect l="l" t="t" r="r" b="b"/>
            <a:pathLst>
              <a:path w="1671955" h="1567815">
                <a:moveTo>
                  <a:pt x="1671866" y="275475"/>
                </a:moveTo>
                <a:lnTo>
                  <a:pt x="1396403" y="0"/>
                </a:lnTo>
                <a:lnTo>
                  <a:pt x="0" y="0"/>
                </a:lnTo>
                <a:lnTo>
                  <a:pt x="0" y="1188339"/>
                </a:lnTo>
                <a:lnTo>
                  <a:pt x="379514" y="1567815"/>
                </a:lnTo>
                <a:lnTo>
                  <a:pt x="980821" y="966508"/>
                </a:lnTo>
                <a:lnTo>
                  <a:pt x="1215504" y="1201166"/>
                </a:lnTo>
                <a:lnTo>
                  <a:pt x="1671866" y="744855"/>
                </a:lnTo>
                <a:lnTo>
                  <a:pt x="1437157" y="510184"/>
                </a:lnTo>
                <a:lnTo>
                  <a:pt x="1671866" y="275475"/>
                </a:lnTo>
                <a:close/>
              </a:path>
            </a:pathLst>
          </a:custGeom>
          <a:solidFill>
            <a:srgbClr val="5B9BD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357360" y="0"/>
            <a:ext cx="2834640" cy="1485265"/>
          </a:xfrm>
          <a:custGeom>
            <a:avLst/>
            <a:gdLst/>
            <a:ahLst/>
            <a:cxnLst/>
            <a:rect l="l" t="t" r="r" b="b"/>
            <a:pathLst>
              <a:path w="2834640" h="1485265">
                <a:moveTo>
                  <a:pt x="2834640" y="0"/>
                </a:moveTo>
                <a:lnTo>
                  <a:pt x="0" y="0"/>
                </a:lnTo>
                <a:lnTo>
                  <a:pt x="789317" y="753224"/>
                </a:lnTo>
                <a:lnTo>
                  <a:pt x="543687" y="998855"/>
                </a:lnTo>
                <a:lnTo>
                  <a:pt x="1029843" y="1485011"/>
                </a:lnTo>
                <a:lnTo>
                  <a:pt x="1286852" y="1228001"/>
                </a:lnTo>
                <a:lnTo>
                  <a:pt x="1552321" y="1481328"/>
                </a:lnTo>
                <a:lnTo>
                  <a:pt x="2834640" y="257683"/>
                </a:lnTo>
                <a:lnTo>
                  <a:pt x="2834640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976616" y="6115811"/>
            <a:ext cx="1493520" cy="742315"/>
          </a:xfrm>
          <a:custGeom>
            <a:avLst/>
            <a:gdLst/>
            <a:ahLst/>
            <a:cxnLst/>
            <a:rect l="l" t="t" r="r" b="b"/>
            <a:pathLst>
              <a:path w="1493520" h="742315">
                <a:moveTo>
                  <a:pt x="746759" y="0"/>
                </a:moveTo>
                <a:lnTo>
                  <a:pt x="0" y="742187"/>
                </a:lnTo>
                <a:lnTo>
                  <a:pt x="1493519" y="742187"/>
                </a:lnTo>
                <a:lnTo>
                  <a:pt x="746759" y="0"/>
                </a:lnTo>
                <a:close/>
              </a:path>
            </a:pathLst>
          </a:custGeom>
          <a:solidFill>
            <a:srgbClr val="5B9BD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07820" y="1585721"/>
            <a:ext cx="9976358" cy="953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8.png"/><Relationship Id="rId7" Type="http://schemas.openxmlformats.org/officeDocument/2006/relationships/image" Target="../media/image23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10" Type="http://schemas.openxmlformats.org/officeDocument/2006/relationships/image" Target="../media/image26.png"/><Relationship Id="rId4" Type="http://schemas.openxmlformats.org/officeDocument/2006/relationships/image" Target="../media/image20.jp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0.png"/><Relationship Id="rId4" Type="http://schemas.openxmlformats.org/officeDocument/2006/relationships/image" Target="../media/image49.jp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59954" y="1585721"/>
            <a:ext cx="3324225" cy="95313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 indent="560705">
              <a:lnSpc>
                <a:spcPts val="3460"/>
              </a:lnSpc>
              <a:spcBef>
                <a:spcPts val="535"/>
              </a:spcBef>
            </a:pPr>
            <a:r>
              <a:rPr spc="135" dirty="0"/>
              <a:t>Lecture</a:t>
            </a:r>
            <a:r>
              <a:rPr spc="225" dirty="0"/>
              <a:t> </a:t>
            </a:r>
            <a:r>
              <a:rPr spc="135" dirty="0"/>
              <a:t>on </a:t>
            </a:r>
            <a:r>
              <a:rPr spc="140" dirty="0"/>
              <a:t> </a:t>
            </a:r>
            <a:r>
              <a:rPr spc="195" dirty="0"/>
              <a:t>S</a:t>
            </a:r>
            <a:r>
              <a:rPr spc="190" dirty="0"/>
              <a:t>e</a:t>
            </a:r>
            <a:r>
              <a:rPr spc="160" dirty="0"/>
              <a:t>miconducto</a:t>
            </a:r>
            <a:r>
              <a:rPr spc="65" dirty="0"/>
              <a:t>r</a:t>
            </a:r>
            <a:r>
              <a:rPr spc="165" dirty="0"/>
              <a:t>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6771640" cy="6858000"/>
            <a:chOff x="0" y="0"/>
            <a:chExt cx="6771640" cy="6858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7"/>
              <a:ext cx="6710171" cy="685787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47688" y="0"/>
              <a:ext cx="123444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6468" y="573023"/>
            <a:ext cx="10725912" cy="215341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93108" y="71627"/>
            <a:ext cx="3534155" cy="36880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93108" y="71627"/>
            <a:ext cx="3534410" cy="368935"/>
          </a:xfrm>
          <a:prstGeom prst="rect">
            <a:avLst/>
          </a:prstGeom>
          <a:ln w="6350">
            <a:solidFill>
              <a:srgbClr val="5B9BD4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28270">
              <a:lnSpc>
                <a:spcPct val="100000"/>
              </a:lnSpc>
              <a:spcBef>
                <a:spcPts val="300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Electronic</a:t>
            </a:r>
            <a:r>
              <a:rPr sz="18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Device</a:t>
            </a:r>
            <a:r>
              <a:rPr sz="1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8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Electronics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6468" y="3247644"/>
            <a:ext cx="10896600" cy="73304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78452" y="2781300"/>
            <a:ext cx="3534155" cy="37033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8452" y="2781300"/>
            <a:ext cx="3534410" cy="370840"/>
          </a:xfrm>
          <a:prstGeom prst="rect">
            <a:avLst/>
          </a:prstGeom>
          <a:ln w="6350">
            <a:solidFill>
              <a:srgbClr val="5B9BD4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5"/>
              </a:spcBef>
            </a:pPr>
            <a:r>
              <a:rPr sz="18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Types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Electronic</a:t>
            </a:r>
            <a:r>
              <a:rPr sz="1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Devices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47188" y="4078223"/>
            <a:ext cx="7523988" cy="131368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5924" y="5487922"/>
            <a:ext cx="10677144" cy="12862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5596" y="271272"/>
            <a:ext cx="5477256" cy="37033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625596" y="271272"/>
            <a:ext cx="5477510" cy="370840"/>
          </a:xfrm>
          <a:prstGeom prst="rect">
            <a:avLst/>
          </a:prstGeom>
          <a:ln w="6350">
            <a:solidFill>
              <a:srgbClr val="5B9BD4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41605">
              <a:lnSpc>
                <a:spcPct val="100000"/>
              </a:lnSpc>
              <a:spcBef>
                <a:spcPts val="305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Classification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b="1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Solids</a:t>
            </a:r>
            <a:r>
              <a:rPr sz="1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sz="18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18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Electrical</a:t>
            </a:r>
            <a:r>
              <a:rPr sz="18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Properties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" y="762000"/>
            <a:ext cx="11963400" cy="533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4900" y="566927"/>
            <a:ext cx="9381744" cy="264566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42359" y="123444"/>
            <a:ext cx="3499103" cy="36880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42359" y="123444"/>
            <a:ext cx="3499485" cy="368935"/>
          </a:xfrm>
          <a:prstGeom prst="rect">
            <a:avLst/>
          </a:prstGeom>
          <a:ln w="6350">
            <a:solidFill>
              <a:srgbClr val="5B9BD4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300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Classification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 of</a:t>
            </a:r>
            <a:r>
              <a:rPr sz="1800" b="1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Semiconductors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2127" y="3254754"/>
            <a:ext cx="11545189" cy="34874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363" y="1135364"/>
            <a:ext cx="10276332" cy="543764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78452" y="688848"/>
            <a:ext cx="3534155" cy="3703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378452" y="688848"/>
            <a:ext cx="3534410" cy="370840"/>
          </a:xfrm>
          <a:prstGeom prst="rect">
            <a:avLst/>
          </a:prstGeom>
          <a:ln w="6350">
            <a:solidFill>
              <a:srgbClr val="5B9BD4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305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Possible Semiconductor</a:t>
            </a:r>
            <a:r>
              <a:rPr sz="18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Materials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6236" y="1135378"/>
            <a:ext cx="9982200" cy="55625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78452" y="688848"/>
            <a:ext cx="3534155" cy="3703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378452" y="688848"/>
            <a:ext cx="3534410" cy="370840"/>
          </a:xfrm>
          <a:prstGeom prst="rect">
            <a:avLst/>
          </a:prstGeom>
          <a:ln w="6350">
            <a:solidFill>
              <a:srgbClr val="5B9BD4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305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Possible Semiconductor</a:t>
            </a:r>
            <a:r>
              <a:rPr sz="18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Materials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004" y="675131"/>
            <a:ext cx="9895332" cy="559917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42359" y="123444"/>
            <a:ext cx="2313432" cy="36880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42359" y="123444"/>
            <a:ext cx="2313940" cy="368935"/>
          </a:xfrm>
          <a:prstGeom prst="rect">
            <a:avLst/>
          </a:prstGeom>
          <a:ln w="6350">
            <a:solidFill>
              <a:srgbClr val="5B9BD4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27635">
              <a:lnSpc>
                <a:spcPct val="100000"/>
              </a:lnSpc>
              <a:spcBef>
                <a:spcPts val="300"/>
              </a:spcBef>
            </a:pP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Energy</a:t>
            </a:r>
            <a:r>
              <a:rPr sz="18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Band</a:t>
            </a:r>
            <a:r>
              <a:rPr sz="18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Theory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5880" y="623316"/>
            <a:ext cx="8897112" cy="314096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42359" y="123444"/>
            <a:ext cx="2313432" cy="36880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42359" y="123444"/>
            <a:ext cx="2313940" cy="368935"/>
          </a:xfrm>
          <a:prstGeom prst="rect">
            <a:avLst/>
          </a:prstGeom>
          <a:ln w="6350">
            <a:solidFill>
              <a:srgbClr val="5B9BD4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27635">
              <a:lnSpc>
                <a:spcPct val="100000"/>
              </a:lnSpc>
              <a:spcBef>
                <a:spcPts val="300"/>
              </a:spcBef>
            </a:pP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Energy</a:t>
            </a:r>
            <a:r>
              <a:rPr sz="18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Band</a:t>
            </a:r>
            <a:r>
              <a:rPr sz="18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Theory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27064" y="1705355"/>
            <a:ext cx="1565147" cy="165811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5928" y="4524755"/>
            <a:ext cx="3973067" cy="18684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99203" y="4515611"/>
            <a:ext cx="3857244" cy="188671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89619" y="4515611"/>
            <a:ext cx="3282696" cy="188671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29283" y="4040123"/>
            <a:ext cx="1383792" cy="37033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29283" y="4040123"/>
            <a:ext cx="1384300" cy="370840"/>
          </a:xfrm>
          <a:prstGeom prst="rect">
            <a:avLst/>
          </a:prstGeom>
          <a:ln w="6350">
            <a:solidFill>
              <a:srgbClr val="5B9BD4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310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Conductors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458967" y="4040123"/>
            <a:ext cx="1382267" cy="37033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458967" y="4040123"/>
            <a:ext cx="1382395" cy="370840"/>
          </a:xfrm>
          <a:prstGeom prst="rect">
            <a:avLst/>
          </a:prstGeom>
          <a:ln w="6350">
            <a:solidFill>
              <a:srgbClr val="5B9BD4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196850">
              <a:lnSpc>
                <a:spcPct val="100000"/>
              </a:lnSpc>
              <a:spcBef>
                <a:spcPts val="310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Insulators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339071" y="4040123"/>
            <a:ext cx="1763268" cy="37033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9339071" y="4040123"/>
            <a:ext cx="1763395" cy="370840"/>
          </a:xfrm>
          <a:prstGeom prst="rect">
            <a:avLst/>
          </a:prstGeom>
          <a:ln w="6350">
            <a:solidFill>
              <a:srgbClr val="5B9BD4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10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Semiconductors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13688" y="643127"/>
            <a:ext cx="9565005" cy="6215380"/>
            <a:chOff x="1313688" y="643127"/>
            <a:chExt cx="9565005" cy="6215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3688" y="643127"/>
              <a:ext cx="9564623" cy="55717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604759" y="6452616"/>
              <a:ext cx="814069" cy="405765"/>
            </a:xfrm>
            <a:custGeom>
              <a:avLst/>
              <a:gdLst/>
              <a:ahLst/>
              <a:cxnLst/>
              <a:rect l="l" t="t" r="r" b="b"/>
              <a:pathLst>
                <a:path w="814070" h="405765">
                  <a:moveTo>
                    <a:pt x="406908" y="0"/>
                  </a:moveTo>
                  <a:lnTo>
                    <a:pt x="0" y="405384"/>
                  </a:lnTo>
                  <a:lnTo>
                    <a:pt x="813816" y="405384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5B9BD4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66672" y="643127"/>
            <a:ext cx="9058910" cy="6215380"/>
            <a:chOff x="1566672" y="643127"/>
            <a:chExt cx="9058910" cy="6215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6672" y="643127"/>
              <a:ext cx="9058656" cy="55717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604760" y="6452616"/>
              <a:ext cx="814069" cy="405765"/>
            </a:xfrm>
            <a:custGeom>
              <a:avLst/>
              <a:gdLst/>
              <a:ahLst/>
              <a:cxnLst/>
              <a:rect l="l" t="t" r="r" b="b"/>
              <a:pathLst>
                <a:path w="814070" h="405765">
                  <a:moveTo>
                    <a:pt x="406908" y="0"/>
                  </a:moveTo>
                  <a:lnTo>
                    <a:pt x="0" y="405384"/>
                  </a:lnTo>
                  <a:lnTo>
                    <a:pt x="813816" y="405384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5B9BD4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09927" y="643127"/>
            <a:ext cx="8772525" cy="6215380"/>
            <a:chOff x="1709927" y="643127"/>
            <a:chExt cx="8772525" cy="6215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9927" y="643127"/>
              <a:ext cx="8772144" cy="55717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604760" y="6452616"/>
              <a:ext cx="814069" cy="405765"/>
            </a:xfrm>
            <a:custGeom>
              <a:avLst/>
              <a:gdLst/>
              <a:ahLst/>
              <a:cxnLst/>
              <a:rect l="l" t="t" r="r" b="b"/>
              <a:pathLst>
                <a:path w="814070" h="405765">
                  <a:moveTo>
                    <a:pt x="406908" y="0"/>
                  </a:moveTo>
                  <a:lnTo>
                    <a:pt x="0" y="405384"/>
                  </a:lnTo>
                  <a:lnTo>
                    <a:pt x="813816" y="405384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5B9BD4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93748" y="643127"/>
            <a:ext cx="8604885" cy="6215380"/>
            <a:chOff x="1793748" y="643127"/>
            <a:chExt cx="8604885" cy="6215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3748" y="643127"/>
              <a:ext cx="8604504" cy="55717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604760" y="6452616"/>
              <a:ext cx="814069" cy="405765"/>
            </a:xfrm>
            <a:custGeom>
              <a:avLst/>
              <a:gdLst/>
              <a:ahLst/>
              <a:cxnLst/>
              <a:rect l="l" t="t" r="r" b="b"/>
              <a:pathLst>
                <a:path w="814070" h="405765">
                  <a:moveTo>
                    <a:pt x="406908" y="0"/>
                  </a:moveTo>
                  <a:lnTo>
                    <a:pt x="0" y="405384"/>
                  </a:lnTo>
                  <a:lnTo>
                    <a:pt x="813816" y="405384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5B9BD4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74647" y="643127"/>
            <a:ext cx="9443085" cy="6215380"/>
            <a:chOff x="1374647" y="643127"/>
            <a:chExt cx="9443085" cy="6215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4647" y="643127"/>
              <a:ext cx="9442704" cy="55717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604759" y="6452616"/>
              <a:ext cx="814069" cy="405765"/>
            </a:xfrm>
            <a:custGeom>
              <a:avLst/>
              <a:gdLst/>
              <a:ahLst/>
              <a:cxnLst/>
              <a:rect l="l" t="t" r="r" b="b"/>
              <a:pathLst>
                <a:path w="814070" h="405765">
                  <a:moveTo>
                    <a:pt x="406908" y="0"/>
                  </a:moveTo>
                  <a:lnTo>
                    <a:pt x="0" y="405384"/>
                  </a:lnTo>
                  <a:lnTo>
                    <a:pt x="813816" y="405384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5B9BD4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14272" y="643127"/>
            <a:ext cx="9363710" cy="6215380"/>
            <a:chOff x="1414272" y="643127"/>
            <a:chExt cx="9363710" cy="6215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4272" y="643127"/>
              <a:ext cx="9363456" cy="55717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604760" y="6452616"/>
              <a:ext cx="814069" cy="405765"/>
            </a:xfrm>
            <a:custGeom>
              <a:avLst/>
              <a:gdLst/>
              <a:ahLst/>
              <a:cxnLst/>
              <a:rect l="l" t="t" r="r" b="b"/>
              <a:pathLst>
                <a:path w="814070" h="405765">
                  <a:moveTo>
                    <a:pt x="406908" y="0"/>
                  </a:moveTo>
                  <a:lnTo>
                    <a:pt x="0" y="405384"/>
                  </a:lnTo>
                  <a:lnTo>
                    <a:pt x="813816" y="405384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5B9BD4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08532" y="643127"/>
            <a:ext cx="9775190" cy="6215380"/>
            <a:chOff x="1208532" y="643127"/>
            <a:chExt cx="9775190" cy="6215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8532" y="643127"/>
              <a:ext cx="9774936" cy="55717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604760" y="6452616"/>
              <a:ext cx="814069" cy="405765"/>
            </a:xfrm>
            <a:custGeom>
              <a:avLst/>
              <a:gdLst/>
              <a:ahLst/>
              <a:cxnLst/>
              <a:rect l="l" t="t" r="r" b="b"/>
              <a:pathLst>
                <a:path w="814070" h="405765">
                  <a:moveTo>
                    <a:pt x="406908" y="0"/>
                  </a:moveTo>
                  <a:lnTo>
                    <a:pt x="0" y="405384"/>
                  </a:lnTo>
                  <a:lnTo>
                    <a:pt x="813816" y="405384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5B9BD4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7887" y="740663"/>
            <a:ext cx="10901680" cy="6117590"/>
            <a:chOff x="627887" y="740663"/>
            <a:chExt cx="10901680" cy="61175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7887" y="740663"/>
              <a:ext cx="8842248" cy="557022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604759" y="6452616"/>
              <a:ext cx="814069" cy="405765"/>
            </a:xfrm>
            <a:custGeom>
              <a:avLst/>
              <a:gdLst/>
              <a:ahLst/>
              <a:cxnLst/>
              <a:rect l="l" t="t" r="r" b="b"/>
              <a:pathLst>
                <a:path w="814070" h="405765">
                  <a:moveTo>
                    <a:pt x="406908" y="0"/>
                  </a:moveTo>
                  <a:lnTo>
                    <a:pt x="0" y="405384"/>
                  </a:lnTo>
                  <a:lnTo>
                    <a:pt x="813816" y="405384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5B9BD4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20128" y="3514343"/>
              <a:ext cx="4408932" cy="313029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74876" y="643127"/>
            <a:ext cx="8842375" cy="6215380"/>
            <a:chOff x="1674876" y="643127"/>
            <a:chExt cx="8842375" cy="6215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4876" y="643127"/>
              <a:ext cx="8842248" cy="55717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604760" y="6452616"/>
              <a:ext cx="814069" cy="405765"/>
            </a:xfrm>
            <a:custGeom>
              <a:avLst/>
              <a:gdLst/>
              <a:ahLst/>
              <a:cxnLst/>
              <a:rect l="l" t="t" r="r" b="b"/>
              <a:pathLst>
                <a:path w="814070" h="405765">
                  <a:moveTo>
                    <a:pt x="406908" y="0"/>
                  </a:moveTo>
                  <a:lnTo>
                    <a:pt x="0" y="405384"/>
                  </a:lnTo>
                  <a:lnTo>
                    <a:pt x="813816" y="405384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5B9BD4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4824" y="533400"/>
            <a:ext cx="9878559" cy="5791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69007" y="643127"/>
            <a:ext cx="8254365" cy="6215380"/>
            <a:chOff x="1969007" y="643127"/>
            <a:chExt cx="8254365" cy="6215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69007" y="643127"/>
              <a:ext cx="8253983" cy="55717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604760" y="6452616"/>
              <a:ext cx="814069" cy="405765"/>
            </a:xfrm>
            <a:custGeom>
              <a:avLst/>
              <a:gdLst/>
              <a:ahLst/>
              <a:cxnLst/>
              <a:rect l="l" t="t" r="r" b="b"/>
              <a:pathLst>
                <a:path w="814070" h="405765">
                  <a:moveTo>
                    <a:pt x="406908" y="0"/>
                  </a:moveTo>
                  <a:lnTo>
                    <a:pt x="0" y="405384"/>
                  </a:lnTo>
                  <a:lnTo>
                    <a:pt x="813816" y="405384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5B9BD4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53767" y="643127"/>
            <a:ext cx="8284845" cy="6215380"/>
            <a:chOff x="1953767" y="643127"/>
            <a:chExt cx="8284845" cy="6215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53767" y="643127"/>
              <a:ext cx="8284464" cy="55717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604759" y="6452616"/>
              <a:ext cx="814069" cy="405765"/>
            </a:xfrm>
            <a:custGeom>
              <a:avLst/>
              <a:gdLst/>
              <a:ahLst/>
              <a:cxnLst/>
              <a:rect l="l" t="t" r="r" b="b"/>
              <a:pathLst>
                <a:path w="814070" h="405765">
                  <a:moveTo>
                    <a:pt x="406908" y="0"/>
                  </a:moveTo>
                  <a:lnTo>
                    <a:pt x="0" y="405384"/>
                  </a:lnTo>
                  <a:lnTo>
                    <a:pt x="813816" y="405384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5B9BD4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93748" y="643127"/>
            <a:ext cx="8604885" cy="6215380"/>
            <a:chOff x="1793748" y="643127"/>
            <a:chExt cx="8604885" cy="6215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3748" y="643127"/>
              <a:ext cx="8604504" cy="55717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604760" y="6452616"/>
              <a:ext cx="814069" cy="405765"/>
            </a:xfrm>
            <a:custGeom>
              <a:avLst/>
              <a:gdLst/>
              <a:ahLst/>
              <a:cxnLst/>
              <a:rect l="l" t="t" r="r" b="b"/>
              <a:pathLst>
                <a:path w="814070" h="405765">
                  <a:moveTo>
                    <a:pt x="406908" y="0"/>
                  </a:moveTo>
                  <a:lnTo>
                    <a:pt x="0" y="405384"/>
                  </a:lnTo>
                  <a:lnTo>
                    <a:pt x="813816" y="405384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5B9BD4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43455" y="643127"/>
            <a:ext cx="8705215" cy="6215380"/>
            <a:chOff x="1743455" y="643127"/>
            <a:chExt cx="8705215" cy="6215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43455" y="643127"/>
              <a:ext cx="8705088" cy="55717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604759" y="6452616"/>
              <a:ext cx="814069" cy="405765"/>
            </a:xfrm>
            <a:custGeom>
              <a:avLst/>
              <a:gdLst/>
              <a:ahLst/>
              <a:cxnLst/>
              <a:rect l="l" t="t" r="r" b="b"/>
              <a:pathLst>
                <a:path w="814070" h="405765">
                  <a:moveTo>
                    <a:pt x="406908" y="0"/>
                  </a:moveTo>
                  <a:lnTo>
                    <a:pt x="0" y="405384"/>
                  </a:lnTo>
                  <a:lnTo>
                    <a:pt x="813816" y="405384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5B9BD4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59279" y="643127"/>
            <a:ext cx="8473440" cy="6215380"/>
            <a:chOff x="1859279" y="643127"/>
            <a:chExt cx="8473440" cy="6215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279" y="643127"/>
              <a:ext cx="8473440" cy="55717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604759" y="6452616"/>
              <a:ext cx="814069" cy="405765"/>
            </a:xfrm>
            <a:custGeom>
              <a:avLst/>
              <a:gdLst/>
              <a:ahLst/>
              <a:cxnLst/>
              <a:rect l="l" t="t" r="r" b="b"/>
              <a:pathLst>
                <a:path w="814070" h="405765">
                  <a:moveTo>
                    <a:pt x="406908" y="0"/>
                  </a:moveTo>
                  <a:lnTo>
                    <a:pt x="0" y="405384"/>
                  </a:lnTo>
                  <a:lnTo>
                    <a:pt x="813816" y="405384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5B9BD4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74164" y="643127"/>
            <a:ext cx="8044180" cy="6215380"/>
            <a:chOff x="2074164" y="643127"/>
            <a:chExt cx="8044180" cy="6215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74164" y="643127"/>
              <a:ext cx="8043672" cy="55717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604760" y="6452616"/>
              <a:ext cx="814069" cy="405765"/>
            </a:xfrm>
            <a:custGeom>
              <a:avLst/>
              <a:gdLst/>
              <a:ahLst/>
              <a:cxnLst/>
              <a:rect l="l" t="t" r="r" b="b"/>
              <a:pathLst>
                <a:path w="814070" h="405765">
                  <a:moveTo>
                    <a:pt x="406908" y="0"/>
                  </a:moveTo>
                  <a:lnTo>
                    <a:pt x="0" y="405384"/>
                  </a:lnTo>
                  <a:lnTo>
                    <a:pt x="813816" y="405384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5B9BD4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08888" y="643127"/>
            <a:ext cx="10174605" cy="6215380"/>
            <a:chOff x="1008888" y="643127"/>
            <a:chExt cx="10174605" cy="6215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8888" y="643127"/>
              <a:ext cx="10174223" cy="55717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604759" y="6452616"/>
              <a:ext cx="814069" cy="405765"/>
            </a:xfrm>
            <a:custGeom>
              <a:avLst/>
              <a:gdLst/>
              <a:ahLst/>
              <a:cxnLst/>
              <a:rect l="l" t="t" r="r" b="b"/>
              <a:pathLst>
                <a:path w="814070" h="405765">
                  <a:moveTo>
                    <a:pt x="406908" y="0"/>
                  </a:moveTo>
                  <a:lnTo>
                    <a:pt x="0" y="405384"/>
                  </a:lnTo>
                  <a:lnTo>
                    <a:pt x="813816" y="405384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5B9BD4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00655" y="643127"/>
            <a:ext cx="7790815" cy="6215380"/>
            <a:chOff x="2200655" y="643127"/>
            <a:chExt cx="7790815" cy="6215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0655" y="643127"/>
              <a:ext cx="7790688" cy="55717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604759" y="6452616"/>
              <a:ext cx="814069" cy="405765"/>
            </a:xfrm>
            <a:custGeom>
              <a:avLst/>
              <a:gdLst/>
              <a:ahLst/>
              <a:cxnLst/>
              <a:rect l="l" t="t" r="r" b="b"/>
              <a:pathLst>
                <a:path w="814070" h="405765">
                  <a:moveTo>
                    <a:pt x="406908" y="0"/>
                  </a:moveTo>
                  <a:lnTo>
                    <a:pt x="0" y="405384"/>
                  </a:lnTo>
                  <a:lnTo>
                    <a:pt x="813816" y="405384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5B9BD4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40279" y="643127"/>
            <a:ext cx="7711440" cy="6215380"/>
            <a:chOff x="2240279" y="643127"/>
            <a:chExt cx="7711440" cy="6215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40279" y="643127"/>
              <a:ext cx="7711440" cy="55717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604759" y="6452616"/>
              <a:ext cx="814069" cy="405765"/>
            </a:xfrm>
            <a:custGeom>
              <a:avLst/>
              <a:gdLst/>
              <a:ahLst/>
              <a:cxnLst/>
              <a:rect l="l" t="t" r="r" b="b"/>
              <a:pathLst>
                <a:path w="814070" h="405765">
                  <a:moveTo>
                    <a:pt x="406908" y="0"/>
                  </a:moveTo>
                  <a:lnTo>
                    <a:pt x="0" y="405384"/>
                  </a:lnTo>
                  <a:lnTo>
                    <a:pt x="813816" y="405384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5B9BD4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3736" y="765048"/>
            <a:ext cx="5230495" cy="5873750"/>
            <a:chOff x="173736" y="765048"/>
            <a:chExt cx="5230495" cy="5873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9560" y="1158240"/>
              <a:ext cx="5114544" cy="54803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3736" y="765048"/>
              <a:ext cx="5116068" cy="522731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5605271" y="449580"/>
            <a:ext cx="6297295" cy="5925820"/>
            <a:chOff x="5605271" y="449580"/>
            <a:chExt cx="6297295" cy="592582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05271" y="765048"/>
              <a:ext cx="6297168" cy="56098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63255" y="449580"/>
              <a:ext cx="1981200" cy="36880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763256" y="449580"/>
            <a:ext cx="1981200" cy="368935"/>
          </a:xfrm>
          <a:prstGeom prst="rect">
            <a:avLst/>
          </a:prstGeom>
          <a:ln w="6350">
            <a:solidFill>
              <a:srgbClr val="5B9BD4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51765">
              <a:lnSpc>
                <a:spcPct val="100000"/>
              </a:lnSpc>
              <a:spcBef>
                <a:spcPts val="300"/>
              </a:spcBef>
            </a:pP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Leakage</a:t>
            </a:r>
            <a:r>
              <a:rPr sz="18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Current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91283" y="643127"/>
            <a:ext cx="8409940" cy="6215380"/>
            <a:chOff x="1891283" y="643127"/>
            <a:chExt cx="8409940" cy="6215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91283" y="643127"/>
              <a:ext cx="8409432" cy="55717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604760" y="6452616"/>
              <a:ext cx="814069" cy="405765"/>
            </a:xfrm>
            <a:custGeom>
              <a:avLst/>
              <a:gdLst/>
              <a:ahLst/>
              <a:cxnLst/>
              <a:rect l="l" t="t" r="r" b="b"/>
              <a:pathLst>
                <a:path w="814070" h="405765">
                  <a:moveTo>
                    <a:pt x="406908" y="0"/>
                  </a:moveTo>
                  <a:lnTo>
                    <a:pt x="0" y="405384"/>
                  </a:lnTo>
                  <a:lnTo>
                    <a:pt x="813816" y="405384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5B9BD4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76044" y="643127"/>
            <a:ext cx="8440420" cy="6215380"/>
            <a:chOff x="1876044" y="643127"/>
            <a:chExt cx="8440420" cy="6215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6044" y="643127"/>
              <a:ext cx="8439912" cy="55717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604759" y="6452616"/>
              <a:ext cx="814069" cy="405765"/>
            </a:xfrm>
            <a:custGeom>
              <a:avLst/>
              <a:gdLst/>
              <a:ahLst/>
              <a:cxnLst/>
              <a:rect l="l" t="t" r="r" b="b"/>
              <a:pathLst>
                <a:path w="814070" h="405765">
                  <a:moveTo>
                    <a:pt x="406908" y="0"/>
                  </a:moveTo>
                  <a:lnTo>
                    <a:pt x="0" y="405384"/>
                  </a:lnTo>
                  <a:lnTo>
                    <a:pt x="813816" y="405384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5B9BD4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31747" y="643127"/>
            <a:ext cx="10128885" cy="6215380"/>
            <a:chOff x="1031747" y="643127"/>
            <a:chExt cx="10128885" cy="6215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1747" y="643127"/>
              <a:ext cx="10128504" cy="55717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604759" y="6452616"/>
              <a:ext cx="814069" cy="405765"/>
            </a:xfrm>
            <a:custGeom>
              <a:avLst/>
              <a:gdLst/>
              <a:ahLst/>
              <a:cxnLst/>
              <a:rect l="l" t="t" r="r" b="b"/>
              <a:pathLst>
                <a:path w="814070" h="405765">
                  <a:moveTo>
                    <a:pt x="406908" y="0"/>
                  </a:moveTo>
                  <a:lnTo>
                    <a:pt x="0" y="405384"/>
                  </a:lnTo>
                  <a:lnTo>
                    <a:pt x="813816" y="405384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5B9BD4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26692" y="643127"/>
            <a:ext cx="8738870" cy="6215380"/>
            <a:chOff x="1726692" y="643127"/>
            <a:chExt cx="8738870" cy="6215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6692" y="643127"/>
              <a:ext cx="8738616" cy="55717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604760" y="6452616"/>
              <a:ext cx="814069" cy="405765"/>
            </a:xfrm>
            <a:custGeom>
              <a:avLst/>
              <a:gdLst/>
              <a:ahLst/>
              <a:cxnLst/>
              <a:rect l="l" t="t" r="r" b="b"/>
              <a:pathLst>
                <a:path w="814070" h="405765">
                  <a:moveTo>
                    <a:pt x="406908" y="0"/>
                  </a:moveTo>
                  <a:lnTo>
                    <a:pt x="0" y="405384"/>
                  </a:lnTo>
                  <a:lnTo>
                    <a:pt x="813816" y="405384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5B9BD4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9243" y="1589532"/>
            <a:ext cx="10187670" cy="276199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604759" y="6452615"/>
            <a:ext cx="814069" cy="405765"/>
          </a:xfrm>
          <a:custGeom>
            <a:avLst/>
            <a:gdLst/>
            <a:ahLst/>
            <a:cxnLst/>
            <a:rect l="l" t="t" r="r" b="b"/>
            <a:pathLst>
              <a:path w="814070" h="405765">
                <a:moveTo>
                  <a:pt x="406908" y="0"/>
                </a:moveTo>
                <a:lnTo>
                  <a:pt x="0" y="405384"/>
                </a:lnTo>
                <a:lnTo>
                  <a:pt x="813816" y="405384"/>
                </a:lnTo>
                <a:lnTo>
                  <a:pt x="406908" y="0"/>
                </a:lnTo>
                <a:close/>
              </a:path>
            </a:pathLst>
          </a:custGeom>
          <a:solidFill>
            <a:srgbClr val="5B9BD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60647" y="1120139"/>
            <a:ext cx="3500628" cy="36880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660647" y="1120139"/>
            <a:ext cx="3500754" cy="368935"/>
          </a:xfrm>
          <a:prstGeom prst="rect">
            <a:avLst/>
          </a:prstGeom>
          <a:ln w="6350">
            <a:solidFill>
              <a:srgbClr val="5B9BD4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696595">
              <a:lnSpc>
                <a:spcPct val="100000"/>
              </a:lnSpc>
              <a:spcBef>
                <a:spcPts val="300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Applications</a:t>
            </a:r>
            <a:r>
              <a:rPr sz="18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Diode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</Words>
  <Application>Microsoft Office PowerPoint</Application>
  <PresentationFormat>Widescreen</PresentationFormat>
  <Paragraphs>14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Calibri</vt:lpstr>
      <vt:lpstr>Cambria</vt:lpstr>
      <vt:lpstr>Times New Roman</vt:lpstr>
      <vt:lpstr>Office Theme</vt:lpstr>
      <vt:lpstr>Lecture on  Semiconductors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FAB-LAB-B03</dc:creator>
  <cp:lastModifiedBy>Engr Asif Ali</cp:lastModifiedBy>
  <cp:revision>1</cp:revision>
  <dcterms:created xsi:type="dcterms:W3CDTF">2024-04-21T09:47:12Z</dcterms:created>
  <dcterms:modified xsi:type="dcterms:W3CDTF">2024-05-15T06:20:34Z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2024-04-19T00:00:00Z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2024-04-21T00:00:00Z</vt:filetime>
  </property>
</Properties>
</file>