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22" r:id="rId3"/>
    <p:sldId id="302" r:id="rId4"/>
    <p:sldId id="412" r:id="rId5"/>
    <p:sldId id="348" r:id="rId6"/>
    <p:sldId id="410" r:id="rId7"/>
    <p:sldId id="411" r:id="rId8"/>
    <p:sldId id="399" r:id="rId9"/>
    <p:sldId id="423" r:id="rId10"/>
    <p:sldId id="424" r:id="rId11"/>
    <p:sldId id="425" r:id="rId12"/>
    <p:sldId id="426" r:id="rId13"/>
    <p:sldId id="408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D1AB2-1E52-4454-BCEE-9054C007360F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D87E1-FBE1-4318-A64C-658158339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64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5B66-5FF8-4871-9FDA-E245DCA4E581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1CD0-B6EC-4FCC-A098-B065C493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3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34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7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69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40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54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66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2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1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75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37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81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17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9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F5C8-980B-4153-9A81-0CA7AD338922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36914-E001-4052-8B78-7CC800F2A524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48D6-5D40-4487-825E-E32A08DEA8DB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75972-FA09-4761-957D-7741E81AEC97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1059-D645-4EBA-ABF5-B0F4E5F12AEB}" type="datetime1">
              <a:rPr lang="en-US" smtClean="0"/>
              <a:t>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75AD-65CF-467E-B4A1-42F6349F021C}" type="datetime1">
              <a:rPr lang="en-US" smtClean="0"/>
              <a:t>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44E02-239A-4F53-A42C-C9964CFEC0BE}" type="datetime1">
              <a:rPr lang="en-US" smtClean="0"/>
              <a:t>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54A9-984B-48B6-8C13-84263C80F923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6741-07AF-4A59-AB29-CFC90116DA55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9E5-283D-40CA-8916-DC8411ABDFAD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CD2E-81D9-4BFC-BFEA-F47D2929F778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F5C8-980B-4153-9A81-0CA7AD338922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36914-E001-4052-8B78-7CC800F2A524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48D6-5D40-4487-825E-E32A08DEA8DB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75972-FA09-4761-957D-7741E81AEC97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1059-D645-4EBA-ABF5-B0F4E5F12AEB}" type="datetime1">
              <a:rPr lang="en-US" smtClean="0"/>
              <a:t>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75AD-65CF-467E-B4A1-42F6349F021C}" type="datetime1">
              <a:rPr lang="en-US" smtClean="0"/>
              <a:t>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44E02-239A-4F53-A42C-C9964CFEC0BE}" type="datetime1">
              <a:rPr lang="en-US" smtClean="0"/>
              <a:t>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54A9-984B-48B6-8C13-84263C80F923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6741-07AF-4A59-AB29-CFC90116DA55}" type="datetime1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9E5-283D-40CA-8916-DC8411ABDFAD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CD2E-81D9-4BFC-BFEA-F47D2929F778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FB06-B06C-47B1-BCD5-EB6FF6D01F51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FB06-B06C-47B1-BCD5-EB6FF6D01F51}" type="datetime1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10593" y="375373"/>
            <a:ext cx="9962865" cy="4462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1</a:t>
            </a:fld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 txBox="1"/>
          <p:nvPr/>
        </p:nvSpPr>
        <p:spPr>
          <a:xfrm>
            <a:off x="3381756" y="223210"/>
            <a:ext cx="5428488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3" name="Title 1"/>
          <p:cNvSpPr txBox="1"/>
          <p:nvPr/>
        </p:nvSpPr>
        <p:spPr>
          <a:xfrm>
            <a:off x="2508280" y="1469850"/>
            <a:ext cx="7396089" cy="2580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Lec-02</a:t>
            </a:r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DC Series Circuit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4557395" y="3735705"/>
            <a:ext cx="5346700" cy="19964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Engr. Asif Ali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BE(CS)  QUEST Nawab Shah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MS(CS) Sukkur IBA 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38654" y="375373"/>
            <a:ext cx="8783515" cy="565404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2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/>
          <p:nvPr/>
        </p:nvSpPr>
        <p:spPr>
          <a:xfrm>
            <a:off x="354330" y="1751965"/>
            <a:ext cx="10515600" cy="2838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circuit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 Circuit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Circuit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Asif Ali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45019" cy="671318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Circuit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3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29982" y="1578413"/>
            <a:ext cx="605244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DC voltage source is connected to the load and the current gets close path to flow the structure is called DC circuit.</a:t>
            </a:r>
          </a:p>
        </p:txBody>
      </p: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614" y="1578777"/>
            <a:ext cx="2647950" cy="172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45019" cy="671318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 Circuit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4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917129"/>
            <a:ext cx="909857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circuit is the fundamental element in any electrical or electronic system. There are two ways to connect electrical components (such as resistors, capacitors, and inductors) in an electric circuit: series or parallel.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these two methods affect the way current flows and the potential differences (or voltage) across components.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series circuit,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components are connected back to back and only one path is available for current to flow.</a:t>
            </a:r>
          </a:p>
        </p:txBody>
      </p: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573" y="1481931"/>
            <a:ext cx="2647950" cy="172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45019" cy="671318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Series Circuit: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5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13854" y="902524"/>
            <a:ext cx="8319516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current is the same through any component in a series circuit.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resistance of any series circuit is equal to the sum of the individual resistances.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voltage in a series circuit is equal to the sum of the individual voltage drops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377" y="1416635"/>
            <a:ext cx="2647950" cy="1724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679" y="4471301"/>
            <a:ext cx="2895600" cy="158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45019" cy="671318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Circuit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448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6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57702" y="883049"/>
            <a:ext cx="8925036" cy="6047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 circuit all the components are connected across two common points only.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parallel connection, the current in each parallel branch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the values of the components used in the branch.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voltage, however, is the same across components.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parallel connection, the positive ends are connected to the positive ends, and the negative ends are connected to the negative ends.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</a:t>
            </a: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890" y="1514085"/>
            <a:ext cx="2553419" cy="364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7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fference between Series and Parallel Circuit - Comparis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9"/>
          <a:stretch>
            <a:fillRect/>
          </a:stretch>
        </p:blipFill>
        <p:spPr bwMode="auto">
          <a:xfrm>
            <a:off x="859155" y="1295400"/>
            <a:ext cx="9286875" cy="478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04390" y="296545"/>
            <a:ext cx="10515600" cy="1325563"/>
          </a:xfrm>
        </p:spPr>
        <p:txBody>
          <a:bodyPr/>
          <a:lstStyle/>
          <a:p>
            <a:pPr algn="ctr"/>
            <a:r>
              <a:rPr lang="en-US"/>
              <a:t>Solve this circuit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8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28" y="2111083"/>
            <a:ext cx="5253672" cy="2904623"/>
          </a:xfrm>
        </p:spPr>
      </p:pic>
    </p:spTree>
    <p:extLst>
      <p:ext uri="{BB962C8B-B14F-4D97-AF65-F5344CB8AC3E}">
        <p14:creationId xmlns:p14="http://schemas.microsoft.com/office/powerpoint/2010/main" val="89808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04390" y="296545"/>
            <a:ext cx="10515600" cy="1325563"/>
          </a:xfrm>
        </p:spPr>
        <p:txBody>
          <a:bodyPr/>
          <a:lstStyle/>
          <a:p>
            <a:pPr algn="ctr"/>
            <a:r>
              <a:rPr lang="en-US"/>
              <a:t>Solve this circuit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9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2" y="1579894"/>
            <a:ext cx="10003955" cy="4351338"/>
          </a:xfrm>
        </p:spPr>
      </p:pic>
    </p:spTree>
    <p:extLst>
      <p:ext uri="{BB962C8B-B14F-4D97-AF65-F5344CB8AC3E}">
        <p14:creationId xmlns:p14="http://schemas.microsoft.com/office/powerpoint/2010/main" val="143359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04390" y="296545"/>
            <a:ext cx="10515600" cy="1325563"/>
          </a:xfrm>
        </p:spPr>
        <p:txBody>
          <a:bodyPr/>
          <a:lstStyle/>
          <a:p>
            <a:pPr algn="ctr"/>
            <a:r>
              <a:rPr lang="en-US"/>
              <a:t>Solve this circuit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10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91" y="1802423"/>
            <a:ext cx="10795709" cy="3824654"/>
          </a:xfrm>
        </p:spPr>
      </p:pic>
    </p:spTree>
    <p:extLst>
      <p:ext uri="{BB962C8B-B14F-4D97-AF65-F5344CB8AC3E}">
        <p14:creationId xmlns:p14="http://schemas.microsoft.com/office/powerpoint/2010/main" val="7595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04390" y="296545"/>
            <a:ext cx="10515600" cy="1325563"/>
          </a:xfrm>
        </p:spPr>
        <p:txBody>
          <a:bodyPr/>
          <a:lstStyle/>
          <a:p>
            <a:pPr algn="ctr"/>
            <a:r>
              <a:rPr lang="en-US"/>
              <a:t>Solve this circuit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11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1" descr="Series-ckt"/>
          <p:cNvPicPr>
            <a:picLocks noGrp="1" noChangeAspect="1"/>
          </p:cNvPicPr>
          <p:nvPr>
            <p:ph idx="1"/>
          </p:nvPr>
        </p:nvPicPr>
        <p:blipFill>
          <a:blip r:embed="rId4"/>
          <a:srcRect l="6012" t="2770" b="-2770"/>
          <a:stretch>
            <a:fillRect/>
          </a:stretch>
        </p:blipFill>
        <p:spPr>
          <a:xfrm>
            <a:off x="3582670" y="2019300"/>
            <a:ext cx="578739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62865" cy="44624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used for Series circuit:</a:t>
            </a:r>
            <a:endParaRPr lang="en-US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12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2787" y="32854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625" y="36785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_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774092" y="26786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6742" y="25071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_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97726"/>
              </p:ext>
            </p:extLst>
          </p:nvPr>
        </p:nvGraphicFramePr>
        <p:xfrm>
          <a:off x="0" y="1302927"/>
          <a:ext cx="10386204" cy="39649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1105"/>
                <a:gridCol w="1836420"/>
                <a:gridCol w="1091781"/>
                <a:gridCol w="1846052"/>
                <a:gridCol w="2156604"/>
                <a:gridCol w="2234242"/>
              </a:tblGrid>
              <a:tr h="1658351">
                <a:tc>
                  <a:txBody>
                    <a:bodyPr/>
                    <a:lstStyle/>
                    <a:p>
                      <a:r>
                        <a:rPr lang="en-US" dirty="0" smtClean="0"/>
                        <a:t>Trial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Applied</a:t>
                      </a:r>
                      <a:r>
                        <a:rPr lang="en-US" baseline="0" dirty="0" smtClean="0"/>
                        <a:t> voltages (V)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(A)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Voltage (V1) across</a:t>
                      </a:r>
                      <a:r>
                        <a:rPr lang="en-US" baseline="0" dirty="0" smtClean="0"/>
                        <a:t> 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Voltage (V2) across</a:t>
                      </a:r>
                      <a:r>
                        <a:rPr lang="en-US" baseline="0" dirty="0" smtClean="0"/>
                        <a:t> R2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r>
                        <a:rPr lang="en-US" baseline="0" dirty="0" smtClean="0"/>
                        <a:t>alculated Voltages across (R1+R2)</a:t>
                      </a:r>
                    </a:p>
                    <a:p>
                      <a:endParaRPr lang="en-US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aseline="0" dirty="0" smtClean="0"/>
                        <a:t>V=I (R1+R2)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4434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60501" cy="119699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Systems Engineering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4200" y="2624438"/>
            <a:ext cx="10558271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instructions are written in the lab manual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660501" cy="119699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4"/>
          <p:cNvSpPr txBox="1"/>
          <p:nvPr/>
        </p:nvSpPr>
        <p:spPr>
          <a:xfrm>
            <a:off x="354394" y="6410941"/>
            <a:ext cx="2266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344</Words>
  <Application>Microsoft Office PowerPoint</Application>
  <PresentationFormat>Widescreen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1_Office Theme</vt:lpstr>
      <vt:lpstr> </vt:lpstr>
      <vt:lpstr>Agenda</vt:lpstr>
      <vt:lpstr>DC Circuit</vt:lpstr>
      <vt:lpstr>Series Circuit</vt:lpstr>
      <vt:lpstr>Characteristics of Series Circuit:</vt:lpstr>
      <vt:lpstr>Parallel Circuit</vt:lpstr>
      <vt:lpstr>PowerPoint Presentation</vt:lpstr>
      <vt:lpstr>Solve this circuit</vt:lpstr>
      <vt:lpstr>Solve this circuit</vt:lpstr>
      <vt:lpstr>Solve this circuit</vt:lpstr>
      <vt:lpstr>Solve this circuit</vt:lpstr>
      <vt:lpstr>Table used for Series circuit: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Fawad</dc:creator>
  <cp:lastModifiedBy>Engr Asif Ali</cp:lastModifiedBy>
  <cp:revision>881</cp:revision>
  <cp:lastPrinted>2019-02-14T05:58:00Z</cp:lastPrinted>
  <dcterms:created xsi:type="dcterms:W3CDTF">2018-08-18T08:19:00Z</dcterms:created>
  <dcterms:modified xsi:type="dcterms:W3CDTF">2024-01-27T05:27:55Z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0D62F8775AA5478FB0C9F6EE16E803DF</vt:lpwstr>
  </property>
  <property fmtid="{D5CDD505-2E9C-101B-9397-08002B2CF9AE}" pid="3" name="KSOProductBuildVer">
    <vt:lpwstr>1033-11.2.0.11306</vt:lpwstr>
  </property>
</Properties>
</file>