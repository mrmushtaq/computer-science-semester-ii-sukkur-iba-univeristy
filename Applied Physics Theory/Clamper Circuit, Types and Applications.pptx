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  <p:sldId id="267" r:id="rId6"/>
    <p:sldId id="276" r:id="rId7"/>
    <p:sldId id="277" r:id="rId8"/>
    <p:sldId id="278" r:id="rId9"/>
    <p:sldId id="274" r:id="rId10"/>
    <p:sldId id="275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77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EBBBA-6428-4EB9-AF7C-53165624EC1E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B3FA-CD37-4D11-A0A7-B8B7DBEE5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140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EBBBA-6428-4EB9-AF7C-53165624EC1E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B3FA-CD37-4D11-A0A7-B8B7DBEE5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4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EBBBA-6428-4EB9-AF7C-53165624EC1E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B3FA-CD37-4D11-A0A7-B8B7DBEE5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528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EBBBA-6428-4EB9-AF7C-53165624EC1E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B3FA-CD37-4D11-A0A7-B8B7DBEE5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434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EBBBA-6428-4EB9-AF7C-53165624EC1E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B3FA-CD37-4D11-A0A7-B8B7DBEE5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420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EBBBA-6428-4EB9-AF7C-53165624EC1E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B3FA-CD37-4D11-A0A7-B8B7DBEE5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817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EBBBA-6428-4EB9-AF7C-53165624EC1E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B3FA-CD37-4D11-A0A7-B8B7DBEE5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1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EBBBA-6428-4EB9-AF7C-53165624EC1E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B3FA-CD37-4D11-A0A7-B8B7DBEE5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220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EBBBA-6428-4EB9-AF7C-53165624EC1E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B3FA-CD37-4D11-A0A7-B8B7DBEE5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331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EBBBA-6428-4EB9-AF7C-53165624EC1E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B3FA-CD37-4D11-A0A7-B8B7DBEE5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088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EBBBA-6428-4EB9-AF7C-53165624EC1E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EB3FA-CD37-4D11-A0A7-B8B7DBEE5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767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AEBBBA-6428-4EB9-AF7C-53165624EC1E}" type="datetimeFigureOut">
              <a:rPr lang="en-US" smtClean="0"/>
              <a:t>5/1/2024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8EB3FA-CD37-4D11-A0A7-B8B7DBEE5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431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359152" y="2706624"/>
            <a:ext cx="7534656" cy="95097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 smtClean="0">
                <a:solidFill>
                  <a:schemeClr val="tx1"/>
                </a:solidFill>
              </a:rPr>
              <a:t>Clamper Circuit </a:t>
            </a:r>
            <a:endParaRPr lang="en-US" sz="6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47350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475488"/>
            <a:ext cx="56509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smtClean="0">
                <a:solidFill>
                  <a:schemeClr val="bg1"/>
                </a:solidFill>
              </a:rPr>
              <a:t>Clamper Circuit 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87552" y="1519262"/>
            <a:ext cx="1093012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bg1"/>
                </a:solidFill>
              </a:rPr>
              <a:t>A Clamper circuit can be defined as the circuit that consists of a diode, a resistor and a capacitor that shifts the waveform to a desired DC level without changing the actual appearance of the applied signal</a:t>
            </a:r>
            <a:r>
              <a:rPr lang="en-US" sz="3200" dirty="0" smtClean="0">
                <a:solidFill>
                  <a:schemeClr val="bg1"/>
                </a:solidFill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 smtClean="0">
                <a:solidFill>
                  <a:schemeClr val="bg1"/>
                </a:solidFill>
              </a:rPr>
              <a:t> It is also known as a DC restorer or level shifter.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21615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15568" y="530352"/>
            <a:ext cx="923544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R is the resistance of the resistor employed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C is the capacitance of the capacitor </a:t>
            </a:r>
            <a:r>
              <a:rPr lang="en-US" sz="3600" dirty="0" smtClean="0">
                <a:solidFill>
                  <a:schemeClr val="bg1"/>
                </a:solidFill>
              </a:rPr>
              <a:t>used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smtClean="0">
                <a:solidFill>
                  <a:schemeClr val="bg1"/>
                </a:solidFill>
              </a:rPr>
              <a:t> D is the diode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smtClean="0">
                <a:solidFill>
                  <a:schemeClr val="bg1"/>
                </a:solidFill>
              </a:rPr>
              <a:t>V</a:t>
            </a:r>
            <a:r>
              <a:rPr lang="en-US" sz="2000" i="1" dirty="0" smtClean="0">
                <a:solidFill>
                  <a:schemeClr val="bg1"/>
                </a:solidFill>
              </a:rPr>
              <a:t>in</a:t>
            </a:r>
            <a:r>
              <a:rPr lang="en-US" sz="3600" dirty="0" smtClean="0">
                <a:solidFill>
                  <a:schemeClr val="bg1"/>
                </a:solidFill>
              </a:rPr>
              <a:t> is the input voltage</a:t>
            </a:r>
            <a:endParaRPr lang="en-US" sz="3600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51"/>
          <a:stretch/>
        </p:blipFill>
        <p:spPr>
          <a:xfrm>
            <a:off x="731520" y="3115675"/>
            <a:ext cx="10972800" cy="3601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499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42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03120" y="566928"/>
            <a:ext cx="77906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 smtClean="0">
                <a:solidFill>
                  <a:schemeClr val="bg1"/>
                </a:solidFill>
              </a:rPr>
              <a:t>Types Of Clamper Circuit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35024" y="1865375"/>
            <a:ext cx="8558784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There are Few Types of Clamper Circuit</a:t>
            </a:r>
          </a:p>
          <a:p>
            <a:endParaRPr lang="en-US" sz="3200" dirty="0" smtClean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Positive </a:t>
            </a:r>
            <a:r>
              <a:rPr lang="en-US" sz="3600" dirty="0" smtClean="0">
                <a:solidFill>
                  <a:schemeClr val="bg1"/>
                </a:solidFill>
              </a:rPr>
              <a:t>Clamper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 smtClean="0">
                <a:solidFill>
                  <a:schemeClr val="bg1"/>
                </a:solidFill>
              </a:rPr>
              <a:t>Negative Clamper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 smtClean="0">
                <a:solidFill>
                  <a:schemeClr val="bg1"/>
                </a:solidFill>
              </a:rPr>
              <a:t>Biased Clamper</a:t>
            </a:r>
          </a:p>
        </p:txBody>
      </p:sp>
    </p:spTree>
    <p:extLst>
      <p:ext uri="{BB962C8B-B14F-4D97-AF65-F5344CB8AC3E}">
        <p14:creationId xmlns:p14="http://schemas.microsoft.com/office/powerpoint/2010/main" val="130000454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42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03120" y="566928"/>
            <a:ext cx="77906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Positive Clamper Circuit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5815" y="1490258"/>
            <a:ext cx="107201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 smtClean="0">
                <a:solidFill>
                  <a:schemeClr val="bg1"/>
                </a:solidFill>
              </a:rPr>
              <a:t>Shifts its input waveform in a positive direction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 smtClean="0">
                <a:solidFill>
                  <a:schemeClr val="bg1"/>
                </a:solidFill>
              </a:rPr>
              <a:t>Lies above a dc reference voltage.</a:t>
            </a:r>
            <a:endParaRPr lang="en-US" sz="4000"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829" y="2813697"/>
            <a:ext cx="11266098" cy="31000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34890" y="6196081"/>
            <a:ext cx="173098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V0=</a:t>
            </a:r>
            <a:r>
              <a:rPr lang="en-US" sz="2800" b="1" dirty="0" err="1">
                <a:solidFill>
                  <a:schemeClr val="bg1"/>
                </a:solidFill>
              </a:rPr>
              <a:t>Vi+Vm</a:t>
            </a:r>
            <a:endParaRPr lang="en-US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2118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42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03120" y="566928"/>
            <a:ext cx="77906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smtClean="0">
                <a:solidFill>
                  <a:schemeClr val="bg1"/>
                </a:solidFill>
              </a:rPr>
              <a:t>Negative </a:t>
            </a:r>
            <a:r>
              <a:rPr lang="en-US" sz="5400" dirty="0">
                <a:solidFill>
                  <a:schemeClr val="bg1"/>
                </a:solidFill>
              </a:rPr>
              <a:t>Clamper Circuit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5815" y="1490258"/>
            <a:ext cx="107201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 smtClean="0">
                <a:solidFill>
                  <a:schemeClr val="bg1"/>
                </a:solidFill>
              </a:rPr>
              <a:t>Shifts its input waveform in a negative direction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 smtClean="0">
                <a:solidFill>
                  <a:schemeClr val="bg1"/>
                </a:solidFill>
              </a:rPr>
              <a:t>Lies below a dc reference voltage.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34890" y="6196081"/>
            <a:ext cx="173098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V0=</a:t>
            </a:r>
            <a:r>
              <a:rPr lang="en-US" sz="2800" b="1" dirty="0" err="1">
                <a:solidFill>
                  <a:schemeClr val="bg1"/>
                </a:solidFill>
              </a:rPr>
              <a:t>Vi+Vm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408" y="2987125"/>
            <a:ext cx="11082534" cy="2796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750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42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05814" y="360770"/>
            <a:ext cx="107201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smtClean="0">
                <a:solidFill>
                  <a:schemeClr val="bg1"/>
                </a:solidFill>
              </a:rPr>
              <a:t>Positive biased with </a:t>
            </a:r>
            <a:r>
              <a:rPr lang="en-US" sz="5400" dirty="0" err="1" smtClean="0">
                <a:solidFill>
                  <a:schemeClr val="bg1"/>
                </a:solidFill>
              </a:rPr>
              <a:t>positve</a:t>
            </a:r>
            <a:r>
              <a:rPr lang="en-US" sz="5400" dirty="0" smtClean="0">
                <a:solidFill>
                  <a:schemeClr val="bg1"/>
                </a:solidFill>
              </a:rPr>
              <a:t> clamper 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05813" y="1284100"/>
            <a:ext cx="1072012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>
                <a:solidFill>
                  <a:schemeClr val="bg1"/>
                </a:solidFill>
              </a:rPr>
              <a:t>I</a:t>
            </a:r>
            <a:r>
              <a:rPr lang="en-US" sz="4000" dirty="0" smtClean="0">
                <a:solidFill>
                  <a:schemeClr val="bg1"/>
                </a:solidFill>
              </a:rPr>
              <a:t>f </a:t>
            </a:r>
            <a:r>
              <a:rPr lang="en-US" sz="4000" dirty="0">
                <a:solidFill>
                  <a:schemeClr val="bg1"/>
                </a:solidFill>
              </a:rPr>
              <a:t>biased with some positive reference voltage, that voltage will be added to the output to raise the clamped level.</a:t>
            </a:r>
          </a:p>
        </p:txBody>
      </p:sp>
      <p:pic>
        <p:nvPicPr>
          <p:cNvPr id="1026" name="Picture 2" descr="Electronic Circuits - Clamper Circuit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738" y="3423618"/>
            <a:ext cx="10583202" cy="3434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9893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42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05813" y="352926"/>
            <a:ext cx="112861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smtClean="0">
                <a:solidFill>
                  <a:schemeClr val="bg1"/>
                </a:solidFill>
              </a:rPr>
              <a:t>Negative biased with negative clamper 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05812" y="1637027"/>
            <a:ext cx="1072012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 smtClean="0">
                <a:solidFill>
                  <a:schemeClr val="bg1"/>
                </a:solidFill>
              </a:rPr>
              <a:t>If </a:t>
            </a:r>
            <a:r>
              <a:rPr lang="en-US" sz="4000" dirty="0">
                <a:solidFill>
                  <a:schemeClr val="bg1"/>
                </a:solidFill>
              </a:rPr>
              <a:t>biased with some negative reference voltage, that voltage will be added to the output to raise the clamped </a:t>
            </a:r>
            <a:r>
              <a:rPr lang="en-US" sz="4000" dirty="0" smtClean="0">
                <a:solidFill>
                  <a:schemeClr val="bg1"/>
                </a:solidFill>
              </a:rPr>
              <a:t>level.</a:t>
            </a:r>
            <a:endParaRPr lang="en-US" sz="4000" dirty="0">
              <a:solidFill>
                <a:schemeClr val="bg1"/>
              </a:solidFill>
            </a:endParaRPr>
          </a:p>
        </p:txBody>
      </p:sp>
      <p:pic>
        <p:nvPicPr>
          <p:cNvPr id="2050" name="Picture 2" descr="Electronic Circuits - Clamper Circuit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812" y="3801299"/>
            <a:ext cx="10379242" cy="2823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7571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42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840" y="637347"/>
            <a:ext cx="1193074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 smtClean="0">
                <a:solidFill>
                  <a:schemeClr val="bg1"/>
                </a:solidFill>
              </a:rPr>
              <a:t>Applications</a:t>
            </a:r>
          </a:p>
          <a:p>
            <a:pPr algn="ctr"/>
            <a:endParaRPr lang="en-US" sz="6000" b="1" dirty="0">
              <a:solidFill>
                <a:schemeClr val="bg1"/>
              </a:solidFill>
            </a:endParaRPr>
          </a:p>
          <a:p>
            <a:r>
              <a:rPr lang="en-US" sz="3600" dirty="0">
                <a:solidFill>
                  <a:schemeClr val="bg1"/>
                </a:solidFill>
              </a:rPr>
              <a:t>There are many applications for </a:t>
            </a:r>
            <a:r>
              <a:rPr lang="en-US" sz="3600" dirty="0" smtClean="0">
                <a:solidFill>
                  <a:schemeClr val="bg1"/>
                </a:solidFill>
              </a:rPr>
              <a:t>Clampers </a:t>
            </a:r>
            <a:r>
              <a:rPr lang="en-US" sz="3600" dirty="0">
                <a:solidFill>
                  <a:schemeClr val="bg1"/>
                </a:solidFill>
              </a:rPr>
              <a:t>such 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5192" y="3676261"/>
            <a:ext cx="1145799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sz="3200" b="1" dirty="0" smtClean="0">
                <a:solidFill>
                  <a:schemeClr val="bg1"/>
                </a:solidFill>
              </a:rPr>
              <a:t>Voltage Multipliers: </a:t>
            </a:r>
            <a:r>
              <a:rPr lang="en-US" sz="3200" dirty="0" smtClean="0">
                <a:solidFill>
                  <a:schemeClr val="bg1"/>
                </a:solidFill>
              </a:rPr>
              <a:t>Clamper circuits are used in voltage multiplier circuits to produce high voltage DC outputs.</a:t>
            </a:r>
          </a:p>
          <a:p>
            <a:r>
              <a:rPr lang="en-US" sz="3200" b="1" dirty="0" smtClean="0">
                <a:solidFill>
                  <a:schemeClr val="bg1"/>
                </a:solidFill>
              </a:rPr>
              <a:t>2. TV and Radio Circuits: </a:t>
            </a:r>
            <a:r>
              <a:rPr lang="en-US" sz="3200" dirty="0" smtClean="0">
                <a:solidFill>
                  <a:schemeClr val="bg1"/>
                </a:solidFill>
              </a:rPr>
              <a:t>Clamper circuits are used in TV and radio circuits to restore the original DC level of the signal.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57353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42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840" y="637347"/>
            <a:ext cx="119307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 smtClean="0">
                <a:solidFill>
                  <a:schemeClr val="bg1"/>
                </a:solidFill>
              </a:rPr>
              <a:t>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1215" y="2071396"/>
            <a:ext cx="11457992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</a:rPr>
              <a:t>3. Medical Equipment</a:t>
            </a:r>
            <a:r>
              <a:rPr lang="en-US" sz="3200" dirty="0" smtClean="0">
                <a:solidFill>
                  <a:schemeClr val="bg1"/>
                </a:solidFill>
              </a:rPr>
              <a:t>: Clamper circuits are used in medical equipment such as ECG machines to shift the baseline of the signal to a desired level.</a:t>
            </a:r>
          </a:p>
          <a:p>
            <a:r>
              <a:rPr lang="en-US" sz="3200" b="1" dirty="0" smtClean="0">
                <a:solidFill>
                  <a:schemeClr val="bg1"/>
                </a:solidFill>
              </a:rPr>
              <a:t>4. Data Acquisition Systems: </a:t>
            </a:r>
            <a:r>
              <a:rPr lang="en-US" sz="3200" dirty="0" smtClean="0">
                <a:solidFill>
                  <a:schemeClr val="bg1"/>
                </a:solidFill>
              </a:rPr>
              <a:t>Clamper circuits are used in data acquisition systems to shift the signal to a desired level for processing.</a:t>
            </a:r>
          </a:p>
          <a:p>
            <a:r>
              <a:rPr lang="en-US" sz="3200" b="1" dirty="0" smtClean="0">
                <a:solidFill>
                  <a:schemeClr val="bg1"/>
                </a:solidFill>
              </a:rPr>
              <a:t>5. Audio Equipment: </a:t>
            </a:r>
            <a:r>
              <a:rPr lang="en-US" sz="3200" dirty="0" smtClean="0">
                <a:solidFill>
                  <a:schemeClr val="bg1"/>
                </a:solidFill>
              </a:rPr>
              <a:t>Clamper circuits are used in audio equipment such as amplifiers and filters to shift the signal to a desired level.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24158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36914" y="1716833"/>
            <a:ext cx="9386595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 smtClean="0">
                <a:solidFill>
                  <a:schemeClr val="bg1"/>
                </a:solidFill>
              </a:rPr>
              <a:t>Thank You 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8810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326</Words>
  <Application>Microsoft Office PowerPoint</Application>
  <PresentationFormat>Widescreen</PresentationFormat>
  <Paragraphs>36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Sk</dc:creator>
  <cp:lastModifiedBy>Engr Asif Ali</cp:lastModifiedBy>
  <cp:revision>36</cp:revision>
  <dcterms:created xsi:type="dcterms:W3CDTF">2024-04-23T17:12:12Z</dcterms:created>
  <dcterms:modified xsi:type="dcterms:W3CDTF">2024-05-01T08:22:32Z</dcterms:modified>
</cp:coreProperties>
</file>