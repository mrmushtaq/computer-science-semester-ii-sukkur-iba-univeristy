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6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5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6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4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55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0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3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5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93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0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79FFF-1936-4BBF-AB33-B90E605396A3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A4CCD-2B1F-4B99-A65D-65071E469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85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81025"/>
            <a:ext cx="9763125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64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433512"/>
            <a:ext cx="74866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8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714375"/>
            <a:ext cx="90582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44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147637"/>
            <a:ext cx="906780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3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575" y="481012"/>
            <a:ext cx="83248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238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385762"/>
            <a:ext cx="8886825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089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504825"/>
            <a:ext cx="882967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60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342900"/>
            <a:ext cx="747712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6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62" y="280987"/>
            <a:ext cx="8220075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80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433387"/>
            <a:ext cx="893445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77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87" y="338137"/>
            <a:ext cx="873442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18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80962"/>
            <a:ext cx="8191500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8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57212"/>
            <a:ext cx="87249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1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314325"/>
            <a:ext cx="884872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31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466725"/>
            <a:ext cx="88582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98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17" y="556697"/>
            <a:ext cx="4836498" cy="54404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863" y="1610497"/>
            <a:ext cx="747172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79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2" y="1104900"/>
            <a:ext cx="82962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4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53" y="238897"/>
            <a:ext cx="9314806" cy="562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5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FAB-LAB-B03</dc:creator>
  <cp:lastModifiedBy>FAB-LAB-B03</cp:lastModifiedBy>
  <cp:revision>3</cp:revision>
  <dcterms:created xsi:type="dcterms:W3CDTF">2024-04-28T18:46:34Z</dcterms:created>
  <dcterms:modified xsi:type="dcterms:W3CDTF">2024-04-28T18:59:07Z</dcterms:modified>
</cp:coreProperties>
</file>