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2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4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3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4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2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4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8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2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6065B-3196-4163-A6BE-FF45A567743C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88907-6697-4A04-80A3-78F68263A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06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Sample Problems </a:t>
            </a:r>
            <a:br>
              <a:rPr lang="en-US" dirty="0" smtClean="0"/>
            </a:br>
            <a:r>
              <a:rPr lang="en-US" dirty="0" smtClean="0"/>
              <a:t>Electric Field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674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Problem-01: A force of 100N is directed north on a -20uC point charge. What is the magnitude and direction of the electric field as this point ?</a:t>
            </a:r>
            <a:endParaRPr lang="en-US" sz="2400" dirty="0"/>
          </a:p>
        </p:txBody>
      </p:sp>
      <p:sp>
        <p:nvSpPr>
          <p:cNvPr id="6" name="Oval 5"/>
          <p:cNvSpPr/>
          <p:nvPr/>
        </p:nvSpPr>
        <p:spPr>
          <a:xfrm>
            <a:off x="3366655" y="3940233"/>
            <a:ext cx="374072" cy="4738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3460173" y="4177145"/>
            <a:ext cx="187036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553691" y="3000895"/>
            <a:ext cx="0" cy="939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60173" y="2631563"/>
            <a:ext cx="73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553691" y="4472247"/>
            <a:ext cx="0" cy="5985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70811" y="5079077"/>
            <a:ext cx="73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605251" y="2816229"/>
            <a:ext cx="2701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 = F / q </a:t>
            </a:r>
          </a:p>
          <a:p>
            <a:r>
              <a:rPr lang="en-US" dirty="0" smtClean="0"/>
              <a:t>E = 200 N/ 20 x 10</a:t>
            </a:r>
            <a:r>
              <a:rPr lang="en-US" baseline="30000" dirty="0" smtClean="0"/>
              <a:t>-6</a:t>
            </a:r>
            <a:endParaRPr lang="en-US" dirty="0" smtClean="0"/>
          </a:p>
          <a:p>
            <a:r>
              <a:rPr lang="en-US" dirty="0" smtClean="0"/>
              <a:t>E = 5 X 10</a:t>
            </a:r>
            <a:r>
              <a:rPr lang="en-US" baseline="30000" dirty="0" smtClean="0"/>
              <a:t>6</a:t>
            </a:r>
            <a:r>
              <a:rPr lang="en-US" dirty="0" smtClean="0"/>
              <a:t>N/C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3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Problem-02: A positive charge of +50uC is placed in an electric field of 10,000 N/C directed upward. What mass should the charge have to remain suspended in the air?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281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Problem-02: A positive charge of +50uC is placed in an electric field of 10,000 N/C directed upward. What mass should the charge have to remain suspended in the air?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Solution:</a:t>
            </a:r>
          </a:p>
          <a:p>
            <a:pPr marL="0" indent="0">
              <a:buNone/>
            </a:pPr>
            <a:r>
              <a:rPr lang="en-US" dirty="0" smtClean="0"/>
              <a:t>q = 50uC</a:t>
            </a:r>
          </a:p>
          <a:p>
            <a:pPr marL="0" indent="0">
              <a:buNone/>
            </a:pPr>
            <a:r>
              <a:rPr lang="en-US" dirty="0" smtClean="0"/>
              <a:t>E = 10,000N/C</a:t>
            </a:r>
          </a:p>
          <a:p>
            <a:pPr marL="0" indent="0">
              <a:buNone/>
            </a:pPr>
            <a:r>
              <a:rPr lang="en-US" dirty="0" smtClean="0"/>
              <a:t>m = ?</a:t>
            </a:r>
          </a:p>
          <a:p>
            <a:pPr marL="0" indent="0">
              <a:buNone/>
            </a:pPr>
            <a:r>
              <a:rPr lang="en-US" dirty="0" smtClean="0"/>
              <a:t>E = F /q   (:- F = mg)</a:t>
            </a:r>
          </a:p>
          <a:p>
            <a:pPr marL="0" indent="0">
              <a:buNone/>
            </a:pPr>
            <a:r>
              <a:rPr lang="en-US" dirty="0" smtClean="0"/>
              <a:t>F = </a:t>
            </a:r>
            <a:r>
              <a:rPr lang="en-US" dirty="0" err="1" smtClean="0"/>
              <a:t>Eq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mg = </a:t>
            </a:r>
            <a:r>
              <a:rPr lang="en-US" dirty="0" err="1" smtClean="0"/>
              <a:t>E.q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 = 10,00000 * 50 x 10</a:t>
            </a:r>
            <a:r>
              <a:rPr lang="en-US" baseline="30000" dirty="0" smtClean="0"/>
              <a:t>-6</a:t>
            </a:r>
            <a:r>
              <a:rPr lang="en-US" dirty="0" smtClean="0"/>
              <a:t> / 9.8</a:t>
            </a:r>
          </a:p>
          <a:p>
            <a:pPr marL="0" indent="0">
              <a:buNone/>
            </a:pPr>
            <a:r>
              <a:rPr lang="en-US" dirty="0" smtClean="0"/>
              <a:t>m = 0.051kg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53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Problem-03: An electron is released from rest in a uniform electric field and accelerate to the east at a rate of 4.0 x 10</a:t>
            </a:r>
            <a:r>
              <a:rPr lang="en-US" sz="2400" baseline="30000" dirty="0" smtClean="0"/>
              <a:t>-6</a:t>
            </a:r>
            <a:r>
              <a:rPr lang="en-US" sz="2400" dirty="0" smtClean="0"/>
              <a:t>m/s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. What is the magnitude and direction of the electric field?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640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Problem-03: An electron is released from rest in a uniform electric field and accelerate to the east at a rate of 4.0 x 10</a:t>
            </a:r>
            <a:r>
              <a:rPr lang="en-US" sz="2400" baseline="30000" dirty="0" smtClean="0"/>
              <a:t>-6</a:t>
            </a:r>
            <a:r>
              <a:rPr lang="en-US" sz="2400" dirty="0" smtClean="0"/>
              <a:t>m/s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. What is the magnitude and direction of the electric field?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Solution:</a:t>
            </a:r>
          </a:p>
          <a:p>
            <a:pPr marL="0" indent="0">
              <a:buNone/>
            </a:pPr>
            <a:r>
              <a:rPr lang="en-US" dirty="0" smtClean="0"/>
              <a:t>m = 9.11x10</a:t>
            </a:r>
            <a:r>
              <a:rPr lang="en-US" baseline="30000" dirty="0" smtClean="0"/>
              <a:t>-19</a:t>
            </a:r>
            <a:r>
              <a:rPr lang="en-US" dirty="0" smtClean="0"/>
              <a:t>kg           (:- m is the mass of electron)</a:t>
            </a:r>
          </a:p>
          <a:p>
            <a:pPr marL="0" indent="0">
              <a:buNone/>
            </a:pPr>
            <a:r>
              <a:rPr lang="en-US" dirty="0" smtClean="0"/>
              <a:t>a = 4.0 x10</a:t>
            </a:r>
            <a:r>
              <a:rPr lang="en-US" baseline="30000" dirty="0" smtClean="0"/>
              <a:t>6</a:t>
            </a:r>
            <a:r>
              <a:rPr lang="en-US" dirty="0" smtClean="0"/>
              <a:t>m/s</a:t>
            </a:r>
            <a:r>
              <a:rPr lang="en-US" baseline="30000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q = -1.6x10</a:t>
            </a:r>
            <a:r>
              <a:rPr lang="en-US" baseline="30000" dirty="0" smtClean="0"/>
              <a:t>-6</a:t>
            </a:r>
            <a:r>
              <a:rPr lang="en-US" dirty="0" smtClean="0"/>
              <a:t>C                 (:- q is the charge on electron)</a:t>
            </a:r>
          </a:p>
          <a:p>
            <a:pPr marL="0" indent="0">
              <a:buNone/>
            </a:pPr>
            <a:r>
              <a:rPr lang="en-US" dirty="0" smtClean="0"/>
              <a:t>E = ?</a:t>
            </a:r>
          </a:p>
          <a:p>
            <a:pPr marL="0" indent="0">
              <a:buNone/>
            </a:pPr>
            <a:r>
              <a:rPr lang="en-US" dirty="0" smtClean="0"/>
              <a:t>E = F /q   (:- F = ma)</a:t>
            </a:r>
          </a:p>
          <a:p>
            <a:pPr marL="0" indent="0">
              <a:buNone/>
            </a:pPr>
            <a:r>
              <a:rPr lang="en-US" dirty="0" smtClean="0"/>
              <a:t>E = ma/q</a:t>
            </a:r>
          </a:p>
          <a:p>
            <a:pPr marL="0" indent="0">
              <a:buNone/>
            </a:pPr>
            <a:r>
              <a:rPr lang="en-US" dirty="0" smtClean="0"/>
              <a:t>E = (</a:t>
            </a:r>
            <a:r>
              <a:rPr lang="en-US" dirty="0" smtClean="0"/>
              <a:t>9.11x10</a:t>
            </a:r>
            <a:r>
              <a:rPr lang="en-US" baseline="30000" dirty="0" smtClean="0"/>
              <a:t>-19</a:t>
            </a:r>
            <a:r>
              <a:rPr lang="en-US" dirty="0" smtClean="0"/>
              <a:t>)(4.0 x10</a:t>
            </a:r>
            <a:r>
              <a:rPr lang="en-US" baseline="30000" dirty="0" smtClean="0"/>
              <a:t>6) </a:t>
            </a:r>
            <a:r>
              <a:rPr lang="en-US" dirty="0" smtClean="0"/>
              <a:t> / -1.6x10</a:t>
            </a:r>
            <a:r>
              <a:rPr lang="en-US" baseline="30000" dirty="0" smtClean="0"/>
              <a:t>-6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 = 2.27x10</a:t>
            </a:r>
            <a:r>
              <a:rPr lang="en-US" baseline="30000" dirty="0" smtClean="0"/>
              <a:t>-5</a:t>
            </a:r>
            <a:r>
              <a:rPr lang="en-US" dirty="0" smtClean="0"/>
              <a:t>N/C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Problem-04: An electron is released from rest in a uniform electric field and accelerate to the east at a rate of 4.0 x 10</a:t>
            </a:r>
            <a:r>
              <a:rPr lang="en-US" sz="2400" baseline="30000" dirty="0" smtClean="0"/>
              <a:t>-6</a:t>
            </a:r>
            <a:r>
              <a:rPr lang="en-US" sz="2400" dirty="0" smtClean="0"/>
              <a:t>m/s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. What is the magnitude and direction of the electric field?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Solution:</a:t>
            </a:r>
          </a:p>
          <a:p>
            <a:pPr marL="0" indent="0">
              <a:buNone/>
            </a:pPr>
            <a:r>
              <a:rPr lang="en-US" dirty="0" smtClean="0"/>
              <a:t>m = 9.11x10</a:t>
            </a:r>
            <a:r>
              <a:rPr lang="en-US" baseline="30000" dirty="0" smtClean="0"/>
              <a:t>-19</a:t>
            </a:r>
            <a:r>
              <a:rPr lang="en-US" dirty="0" smtClean="0"/>
              <a:t>kg           (:- m is the mass of electron)</a:t>
            </a:r>
          </a:p>
          <a:p>
            <a:pPr marL="0" indent="0">
              <a:buNone/>
            </a:pPr>
            <a:r>
              <a:rPr lang="en-US" dirty="0" smtClean="0"/>
              <a:t>a = 4.0 x10</a:t>
            </a:r>
            <a:r>
              <a:rPr lang="en-US" baseline="30000" dirty="0" smtClean="0"/>
              <a:t>6</a:t>
            </a:r>
            <a:r>
              <a:rPr lang="en-US" dirty="0" smtClean="0"/>
              <a:t>m/s</a:t>
            </a:r>
            <a:r>
              <a:rPr lang="en-US" baseline="30000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q = -1.6x10</a:t>
            </a:r>
            <a:r>
              <a:rPr lang="en-US" baseline="30000" dirty="0" smtClean="0"/>
              <a:t>-6</a:t>
            </a:r>
            <a:r>
              <a:rPr lang="en-US" dirty="0" smtClean="0"/>
              <a:t>C                 (:- q is the charge on electron)</a:t>
            </a:r>
          </a:p>
          <a:p>
            <a:pPr marL="0" indent="0">
              <a:buNone/>
            </a:pPr>
            <a:r>
              <a:rPr lang="en-US" dirty="0" smtClean="0"/>
              <a:t>E = ?</a:t>
            </a:r>
          </a:p>
          <a:p>
            <a:pPr marL="0" indent="0">
              <a:buNone/>
            </a:pPr>
            <a:r>
              <a:rPr lang="en-US" dirty="0" smtClean="0"/>
              <a:t>E = F /q   (:- F = ma)</a:t>
            </a:r>
          </a:p>
          <a:p>
            <a:pPr marL="0" indent="0">
              <a:buNone/>
            </a:pPr>
            <a:r>
              <a:rPr lang="en-US" dirty="0" smtClean="0"/>
              <a:t>E = ma/q</a:t>
            </a:r>
          </a:p>
          <a:p>
            <a:pPr marL="0" indent="0">
              <a:buNone/>
            </a:pPr>
            <a:r>
              <a:rPr lang="en-US" dirty="0" smtClean="0"/>
              <a:t>E = (</a:t>
            </a:r>
            <a:r>
              <a:rPr lang="en-US" dirty="0" smtClean="0"/>
              <a:t>9.11x10</a:t>
            </a:r>
            <a:r>
              <a:rPr lang="en-US" baseline="30000" dirty="0" smtClean="0"/>
              <a:t>-19</a:t>
            </a:r>
            <a:r>
              <a:rPr lang="en-US" dirty="0" smtClean="0"/>
              <a:t>)(4.0 x10</a:t>
            </a:r>
            <a:r>
              <a:rPr lang="en-US" baseline="30000" dirty="0" smtClean="0"/>
              <a:t>6) </a:t>
            </a:r>
            <a:r>
              <a:rPr lang="en-US" dirty="0" smtClean="0"/>
              <a:t> / -1.6x10</a:t>
            </a:r>
            <a:r>
              <a:rPr lang="en-US" baseline="30000" dirty="0" smtClean="0"/>
              <a:t>-6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 = 2.27x10</a:t>
            </a:r>
            <a:r>
              <a:rPr lang="en-US" baseline="30000" dirty="0" smtClean="0"/>
              <a:t>-5</a:t>
            </a:r>
            <a:r>
              <a:rPr lang="en-US" dirty="0" smtClean="0"/>
              <a:t>N/C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03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386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Sample Problems  Electric Field</vt:lpstr>
      <vt:lpstr>Problem-01: A force of 100N is directed north on a -20uC point charge. What is the magnitude and direction of the electric field as this point ?</vt:lpstr>
      <vt:lpstr>Problem-02: A positive charge of +50uC is placed in an electric field of 10,000 N/C directed upward. What mass should the charge have to remain suspended in the air?</vt:lpstr>
      <vt:lpstr>Problem-02: A positive charge of +50uC is placed in an electric field of 10,000 N/C directed upward. What mass should the charge have to remain suspended in the air?</vt:lpstr>
      <vt:lpstr>Problem-03: An electron is released from rest in a uniform electric field and accelerate to the east at a rate of 4.0 x 10-6m/s2. What is the magnitude and direction of the electric field?</vt:lpstr>
      <vt:lpstr>Problem-03: An electron is released from rest in a uniform electric field and accelerate to the east at a rate of 4.0 x 10-6m/s2. What is the magnitude and direction of the electric field?</vt:lpstr>
      <vt:lpstr>Problem-04: An electron is released from rest in a uniform electric field and accelerate to the east at a rate of 4.0 x 10-6m/s2. What is the magnitude and direction of the electric field?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Problems  Electric Field</dc:title>
  <dc:creator>Engr Asif Ali</dc:creator>
  <cp:lastModifiedBy>Engr Asif Ali</cp:lastModifiedBy>
  <cp:revision>5</cp:revision>
  <dcterms:created xsi:type="dcterms:W3CDTF">2024-03-04T19:08:49Z</dcterms:created>
  <dcterms:modified xsi:type="dcterms:W3CDTF">2024-03-04T19:33:20Z</dcterms:modified>
</cp:coreProperties>
</file>