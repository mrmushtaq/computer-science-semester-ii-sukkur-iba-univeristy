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1070" r:id="rId3"/>
    <p:sldId id="1072" r:id="rId4"/>
    <p:sldId id="1074" r:id="rId5"/>
    <p:sldId id="1075" r:id="rId6"/>
    <p:sldId id="1076" r:id="rId7"/>
    <p:sldId id="107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4848"/>
    <a:srgbClr val="FFC000"/>
    <a:srgbClr val="FF0000"/>
    <a:srgbClr val="70AD47"/>
    <a:srgbClr val="FAFAFA"/>
    <a:srgbClr val="FFFFFF"/>
    <a:srgbClr val="E2F0D9"/>
    <a:srgbClr val="FBE5D6"/>
    <a:srgbClr val="D0CECE"/>
    <a:srgbClr val="73F1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91" autoAdjust="0"/>
    <p:restoredTop sz="96340" autoAdjust="0"/>
  </p:normalViewPr>
  <p:slideViewPr>
    <p:cSldViewPr snapToGrid="0">
      <p:cViewPr varScale="1">
        <p:scale>
          <a:sx n="111" d="100"/>
          <a:sy n="111" d="100"/>
        </p:scale>
        <p:origin x="930" y="102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3120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D1AB2-1E52-4454-BCEE-9054C007360F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5D87E1-FBE1-4318-A64C-658158339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5064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EB5B66-5FF8-4871-9FDA-E245DCA4E581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4D1CD0-B6EC-4FCC-A098-B065C4933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615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4D1CD0-B6EC-4FCC-A098-B065C4933AD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005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Applied Physics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088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Applied Physics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490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Applied Physics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95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Applied Physics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206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Applied Physics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542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59594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Applied Physics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237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Applied Physics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722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Applied Physics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416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Applied Physics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541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Applied Physics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944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Applied Physics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94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801504" y="375373"/>
            <a:ext cx="9962865" cy="446244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380139"/>
            <a:ext cx="12192000" cy="13648"/>
          </a:xfrm>
          <a:prstGeom prst="line">
            <a:avLst/>
          </a:prstGeom>
          <a:ln w="76200" cmpd="thickThin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15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13F66FA-1D38-4225-99EF-DA3E159AA041}" type="slidenum">
              <a:rPr lang="en-US" smtClean="0"/>
              <a:t>1</a:t>
            </a:fld>
            <a:endParaRPr lang="en-US" dirty="0"/>
          </a:p>
        </p:txBody>
      </p:sp>
      <p:pic>
        <p:nvPicPr>
          <p:cNvPr id="11" name="Picture 10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3549" y="0"/>
            <a:ext cx="1660501" cy="1196990"/>
          </a:xfrm>
          <a:prstGeom prst="rect">
            <a:avLst/>
          </a:pr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2519346" y="1447227"/>
            <a:ext cx="7145355" cy="18251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Coulomb’s Law sample problems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2847509" y="223210"/>
            <a:ext cx="6489031" cy="7505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Physics</a:t>
            </a:r>
          </a:p>
          <a:p>
            <a:pPr algn="ct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(Computer Science Department)</a:t>
            </a:r>
          </a:p>
        </p:txBody>
      </p:sp>
      <p:pic>
        <p:nvPicPr>
          <p:cNvPr id="19" name="Picture 1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83" y="0"/>
            <a:ext cx="1660501" cy="1196990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 flipV="1">
            <a:off x="0" y="1196990"/>
            <a:ext cx="12192000" cy="13648"/>
          </a:xfrm>
          <a:prstGeom prst="line">
            <a:avLst/>
          </a:prstGeom>
          <a:ln w="76200" cmpd="thickThin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906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Problem-01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091" y="2153265"/>
            <a:ext cx="11345858" cy="96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274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Problem-02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38" y="1976117"/>
            <a:ext cx="11528323" cy="664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941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Problem-03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516" y="1794015"/>
            <a:ext cx="11724968" cy="674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84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Problem-04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614" y="1138161"/>
            <a:ext cx="5534797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749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Problem-05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1943" y="1690688"/>
            <a:ext cx="5468113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148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Problem-06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939" y="1333450"/>
            <a:ext cx="11260121" cy="7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742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17279</TotalTime>
  <Words>19</Words>
  <Application>Microsoft Office PowerPoint</Application>
  <PresentationFormat>Widescreen</PresentationFormat>
  <Paragraphs>12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Times New Roman</vt:lpstr>
      <vt:lpstr>Office Theme</vt:lpstr>
      <vt:lpstr> </vt:lpstr>
      <vt:lpstr>Problem-01</vt:lpstr>
      <vt:lpstr>Problem-02</vt:lpstr>
      <vt:lpstr>Problem-03</vt:lpstr>
      <vt:lpstr>Problem-04 </vt:lpstr>
      <vt:lpstr>Problem-05 </vt:lpstr>
      <vt:lpstr>Problem-06 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Fawad</dc:creator>
  <cp:lastModifiedBy>Engr Asif Ali</cp:lastModifiedBy>
  <cp:revision>3803</cp:revision>
  <cp:lastPrinted>2019-02-14T05:58:33Z</cp:lastPrinted>
  <dcterms:created xsi:type="dcterms:W3CDTF">2018-08-18T08:19:07Z</dcterms:created>
  <dcterms:modified xsi:type="dcterms:W3CDTF">2024-03-03T18:24:28Z</dcterms:modified>
</cp:coreProperties>
</file>