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-1320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0E229-19AC-4E83-8044-0C8BDF382C24}" type="datetimeFigureOut">
              <a:rPr lang="en-US" smtClean="0"/>
              <a:pPr/>
              <a:t>12/1/2020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92D75-12D9-4015-89C1-ADFF9F4946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78282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0E229-19AC-4E83-8044-0C8BDF382C24}" type="datetimeFigureOut">
              <a:rPr lang="en-US" smtClean="0"/>
              <a:pPr/>
              <a:t>12/1/2020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92D75-12D9-4015-89C1-ADFF9F4946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67422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0E229-19AC-4E83-8044-0C8BDF382C24}" type="datetimeFigureOut">
              <a:rPr lang="en-US" smtClean="0"/>
              <a:pPr/>
              <a:t>12/1/2020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92D75-12D9-4015-89C1-ADFF9F4946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260451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0E229-19AC-4E83-8044-0C8BDF382C24}" type="datetimeFigureOut">
              <a:rPr lang="en-US" smtClean="0"/>
              <a:pPr/>
              <a:t>12/1/2020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92D75-12D9-4015-89C1-ADFF9F4946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89085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0E229-19AC-4E83-8044-0C8BDF382C24}" type="datetimeFigureOut">
              <a:rPr lang="en-US" smtClean="0"/>
              <a:pPr/>
              <a:t>12/1/2020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92D75-12D9-4015-89C1-ADFF9F4946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225734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0E229-19AC-4E83-8044-0C8BDF382C24}" type="datetimeFigureOut">
              <a:rPr lang="en-US" smtClean="0"/>
              <a:pPr/>
              <a:t>12/1/2020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92D75-12D9-4015-89C1-ADFF9F4946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3954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0E229-19AC-4E83-8044-0C8BDF382C24}" type="datetimeFigureOut">
              <a:rPr lang="en-US" smtClean="0"/>
              <a:pPr/>
              <a:t>12/1/2020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92D75-12D9-4015-89C1-ADFF9F4946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4683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0E229-19AC-4E83-8044-0C8BDF382C24}" type="datetimeFigureOut">
              <a:rPr lang="en-US" smtClean="0"/>
              <a:pPr/>
              <a:t>12/1/2020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92D75-12D9-4015-89C1-ADFF9F4946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05324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0E229-19AC-4E83-8044-0C8BDF382C24}" type="datetimeFigureOut">
              <a:rPr lang="en-US" smtClean="0"/>
              <a:pPr/>
              <a:t>12/1/2020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92D75-12D9-4015-89C1-ADFF9F4946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66193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0E229-19AC-4E83-8044-0C8BDF382C24}" type="datetimeFigureOut">
              <a:rPr lang="en-US" smtClean="0"/>
              <a:pPr/>
              <a:t>12/1/2020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92D75-12D9-4015-89C1-ADFF9F4946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90950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0E229-19AC-4E83-8044-0C8BDF382C24}" type="datetimeFigureOut">
              <a:rPr lang="en-US" smtClean="0"/>
              <a:pPr/>
              <a:t>12/1/2020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92D75-12D9-4015-89C1-ADFF9F4946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200976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20E229-19AC-4E83-8044-0C8BDF382C24}" type="datetimeFigureOut">
              <a:rPr lang="en-US" smtClean="0"/>
              <a:pPr/>
              <a:t>12/1/2020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592D75-12D9-4015-89C1-ADFF9F4946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225884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44000" cy="202198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25014"/>
            <a:ext cx="9144000" cy="4732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276647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313670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895600"/>
            <a:ext cx="9144000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62000"/>
            <a:ext cx="914400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286000"/>
            <a:ext cx="91440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590800"/>
            <a:ext cx="91440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48200" y="3962400"/>
            <a:ext cx="4495800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38862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86200" y="0"/>
            <a:ext cx="52578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</TotalTime>
  <Words>0</Words>
  <Application>Microsoft Office PowerPoint</Application>
  <PresentationFormat>On-screen Show (4:3)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IBA</dc:creator>
  <cp:lastModifiedBy>My PC</cp:lastModifiedBy>
  <cp:revision>5</cp:revision>
  <dcterms:created xsi:type="dcterms:W3CDTF">2020-11-28T08:29:15Z</dcterms:created>
  <dcterms:modified xsi:type="dcterms:W3CDTF">2020-12-01T13:33:04Z</dcterms:modified>
</cp:coreProperties>
</file>