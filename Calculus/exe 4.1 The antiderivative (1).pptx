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5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8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9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9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1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9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6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6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0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95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5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8F155-2295-4A53-90E1-C6CFA683C6DE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588D1-3117-4770-BAAC-4B8E7CAA9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177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069947" cy="14102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10235"/>
            <a:ext cx="9069947" cy="52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3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0606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60620"/>
            <a:ext cx="9144000" cy="479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25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979"/>
            <a:ext cx="9144000" cy="565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0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0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316820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8203"/>
            <a:ext cx="9144000" cy="368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6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639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0007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3961"/>
            <a:ext cx="9144000" cy="366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82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617"/>
            <a:ext cx="9144000" cy="329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587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49" y="0"/>
            <a:ext cx="5344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66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73"/>
            <a:ext cx="9144000" cy="260541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24" y="2627290"/>
            <a:ext cx="4906851" cy="423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131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911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484"/>
            <a:ext cx="9144000" cy="449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34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23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56065" y="0"/>
            <a:ext cx="6890197" cy="6858000"/>
            <a:chOff x="-1" y="0"/>
            <a:chExt cx="6890197" cy="68580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6890197" cy="3219718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219718"/>
              <a:ext cx="6890196" cy="36382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1001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579"/>
            <a:ext cx="9144000" cy="506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80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IBA</dc:creator>
  <cp:lastModifiedBy>IBA</cp:lastModifiedBy>
  <cp:revision>18</cp:revision>
  <dcterms:created xsi:type="dcterms:W3CDTF">2020-11-28T07:18:20Z</dcterms:created>
  <dcterms:modified xsi:type="dcterms:W3CDTF">2020-11-28T07:38:02Z</dcterms:modified>
</cp:coreProperties>
</file>