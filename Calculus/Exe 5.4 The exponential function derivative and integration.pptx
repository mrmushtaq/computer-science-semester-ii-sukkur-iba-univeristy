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0343D-21EF-492E-94DA-2C9574141705}" type="datetimeFigureOut">
              <a:rPr lang="en-US" smtClean="0"/>
              <a:pPr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9C6D-8ED1-4BF9-8A63-16D60D6C18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0343D-21EF-492E-94DA-2C9574141705}" type="datetimeFigureOut">
              <a:rPr lang="en-US" smtClean="0"/>
              <a:pPr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9C6D-8ED1-4BF9-8A63-16D60D6C18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0343D-21EF-492E-94DA-2C9574141705}" type="datetimeFigureOut">
              <a:rPr lang="en-US" smtClean="0"/>
              <a:pPr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9C6D-8ED1-4BF9-8A63-16D60D6C18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0343D-21EF-492E-94DA-2C9574141705}" type="datetimeFigureOut">
              <a:rPr lang="en-US" smtClean="0"/>
              <a:pPr/>
              <a:t>12/14/2020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9C6D-8ED1-4BF9-8A63-16D60D6C18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0343D-21EF-492E-94DA-2C9574141705}" type="datetimeFigureOut">
              <a:rPr lang="en-US" smtClean="0"/>
              <a:pPr/>
              <a:t>12/14/2020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9C6D-8ED1-4BF9-8A63-16D60D6C18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0343D-21EF-492E-94DA-2C9574141705}" type="datetimeFigureOut">
              <a:rPr lang="en-US" smtClean="0"/>
              <a:pPr/>
              <a:t>12/14/2020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9C6D-8ED1-4BF9-8A63-16D60D6C18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0343D-21EF-492E-94DA-2C9574141705}" type="datetimeFigureOut">
              <a:rPr lang="en-US" smtClean="0"/>
              <a:pPr/>
              <a:t>12/14/2020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9C6D-8ED1-4BF9-8A63-16D60D6C18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0343D-21EF-492E-94DA-2C9574141705}" type="datetimeFigureOut">
              <a:rPr lang="en-US" smtClean="0"/>
              <a:pPr/>
              <a:t>12/14/2020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9C6D-8ED1-4BF9-8A63-16D60D6C18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0343D-21EF-492E-94DA-2C9574141705}" type="datetimeFigureOut">
              <a:rPr lang="en-US" smtClean="0"/>
              <a:pPr/>
              <a:t>12/14/2020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9C6D-8ED1-4BF9-8A63-16D60D6C18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0343D-21EF-492E-94DA-2C9574141705}" type="datetimeFigureOut">
              <a:rPr lang="en-US" smtClean="0"/>
              <a:pPr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9C6D-8ED1-4BF9-8A63-16D60D6C18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0343D-21EF-492E-94DA-2C9574141705}" type="datetimeFigureOut">
              <a:rPr lang="en-US" smtClean="0"/>
              <a:pPr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9C6D-8ED1-4BF9-8A63-16D60D6C18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343D-21EF-492E-94DA-2C9574141705}" type="datetimeFigureOut">
              <a:rPr lang="en-US" smtClean="0"/>
              <a:pPr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19C6D-8ED1-4BF9-8A63-16D60D6C18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0" y="2175808"/>
            <a:ext cx="9144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Inverse functions: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Two functions f(x) and g(x) are inverse functions of each other if </a:t>
            </a: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Exponential function:</a:t>
            </a:r>
          </a:p>
          <a:p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Is the inverse function of the natural logarithm function f(x)=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(x)</a:t>
            </a:r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3794760" y="2743200"/>
          <a:ext cx="1463040" cy="365760"/>
        </p:xfrm>
        <a:graphic>
          <a:graphicData uri="http://schemas.openxmlformats.org/presentationml/2006/ole">
            <p:oleObj spid="_x0000_s1027" name="Equation" r:id="rId4" imgW="914400" imgH="203040" progId="Equation.DSMT4">
              <p:embed/>
            </p:oleObj>
          </a:graphicData>
        </a:graphic>
      </p:graphicFrame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3916680" y="3581399"/>
          <a:ext cx="1117599" cy="457200"/>
        </p:xfrm>
        <a:graphic>
          <a:graphicData uri="http://schemas.openxmlformats.org/presentationml/2006/ole">
            <p:oleObj spid="_x0000_s1028" name="Equation" r:id="rId5" imgW="558720" imgH="228600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0"/>
            <a:ext cx="89916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362200"/>
            <a:ext cx="91440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990600"/>
            <a:ext cx="5486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590800"/>
            <a:ext cx="91440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33600" y="3810000"/>
            <a:ext cx="4800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914400"/>
            <a:ext cx="91440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2103120" y="4221480"/>
          <a:ext cx="4754880" cy="1188720"/>
        </p:xfrm>
        <a:graphic>
          <a:graphicData uri="http://schemas.openxmlformats.org/presentationml/2006/ole">
            <p:oleObj spid="_x0000_s14338" name="Equation" r:id="rId4" imgW="1726920" imgH="431640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85800"/>
            <a:ext cx="91440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09600"/>
            <a:ext cx="91440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43000"/>
            <a:ext cx="91440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0"/>
            <a:ext cx="8763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33</Words>
  <Application>Microsoft Office PowerPoint</Application>
  <PresentationFormat>On-screen Show (4:3)</PresentationFormat>
  <Paragraphs>7</Paragraphs>
  <Slides>13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Office Theme</vt:lpstr>
      <vt:lpstr>Equation</vt:lpstr>
      <vt:lpstr>MathType 6.0 Equation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My PC</dc:creator>
  <cp:lastModifiedBy>My PC</cp:lastModifiedBy>
  <cp:revision>15</cp:revision>
  <dcterms:created xsi:type="dcterms:W3CDTF">2020-11-28T12:57:07Z</dcterms:created>
  <dcterms:modified xsi:type="dcterms:W3CDTF">2020-12-14T08:21:09Z</dcterms:modified>
</cp:coreProperties>
</file>