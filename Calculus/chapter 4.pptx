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F155-2295-4A53-90E1-C6CFA683C6DE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588D1-3117-4770-BAAC-4B8E7CAA9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054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F155-2295-4A53-90E1-C6CFA683C6DE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588D1-3117-4770-BAAC-4B8E7CAA9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388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F155-2295-4A53-90E1-C6CFA683C6DE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588D1-3117-4770-BAAC-4B8E7CAA9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59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F155-2295-4A53-90E1-C6CFA683C6DE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588D1-3117-4770-BAAC-4B8E7CAA9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96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F155-2295-4A53-90E1-C6CFA683C6DE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588D1-3117-4770-BAAC-4B8E7CAA9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117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F155-2295-4A53-90E1-C6CFA683C6DE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588D1-3117-4770-BAAC-4B8E7CAA9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598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F155-2295-4A53-90E1-C6CFA683C6DE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588D1-3117-4770-BAAC-4B8E7CAA9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667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F155-2295-4A53-90E1-C6CFA683C6DE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588D1-3117-4770-BAAC-4B8E7CAA9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766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F155-2295-4A53-90E1-C6CFA683C6DE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588D1-3117-4770-BAAC-4B8E7CAA9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006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F155-2295-4A53-90E1-C6CFA683C6DE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588D1-3117-4770-BAAC-4B8E7CAA9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95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F155-2295-4A53-90E1-C6CFA683C6DE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588D1-3117-4770-BAAC-4B8E7CAA9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852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8F155-2295-4A53-90E1-C6CFA683C6DE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588D1-3117-4770-BAAC-4B8E7CAA9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177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0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6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069947" cy="14102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410235"/>
            <a:ext cx="9069947" cy="524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232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0606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060620"/>
            <a:ext cx="9144000" cy="479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258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979"/>
            <a:ext cx="9144000" cy="565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870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809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316820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68203"/>
            <a:ext cx="9144000" cy="368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866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639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0007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93961"/>
            <a:ext cx="9144000" cy="366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882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1617"/>
            <a:ext cx="9144000" cy="329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587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7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649" y="0"/>
            <a:ext cx="53447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966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73"/>
            <a:ext cx="9144000" cy="260541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924" y="2627290"/>
            <a:ext cx="4906851" cy="423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131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911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9484"/>
            <a:ext cx="9144000" cy="449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434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23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056065" y="0"/>
            <a:ext cx="6890197" cy="6858000"/>
            <a:chOff x="-1" y="0"/>
            <a:chExt cx="6890197" cy="6858000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0"/>
              <a:ext cx="6890197" cy="3219718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219718"/>
              <a:ext cx="6890196" cy="36382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41001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2579"/>
            <a:ext cx="9144000" cy="506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380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48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468192"/>
            <a:ext cx="9144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Area under the curve: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Let f(x) be the function which continuous on the interval [a, b] as shown in figure.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If we want to determine the area shaded in the region, then this is given by 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Where F(x) is known as integration of the f(x). This is also known as the first fundamental theorem of the calculus.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026" name="Picture 2" descr="Area Under the Curve Formula with Solved Examp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530" y="2281948"/>
            <a:ext cx="4430333" cy="2238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3657" y="4945487"/>
            <a:ext cx="3451538" cy="71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831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760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8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529589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6856" y="2446987"/>
            <a:ext cx="3387144" cy="4411014"/>
          </a:xfrm>
          <a:prstGeom prst="rect">
            <a:avLst/>
          </a:prstGeom>
        </p:spPr>
      </p:pic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6304098" y="875208"/>
          <a:ext cx="1737360" cy="791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5" imgW="1002960" imgH="457200" progId="Equation.DSMT4">
                  <p:embed/>
                </p:oleObj>
              </mc:Choice>
              <mc:Fallback>
                <p:oleObj name="Equation" r:id="rId5" imgW="10029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4098" y="875208"/>
                        <a:ext cx="1737360" cy="7917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8312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80304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3803" y="1996225"/>
            <a:ext cx="4971245" cy="396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041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0765"/>
            <a:ext cx="9144000" cy="565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091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18" y="-1"/>
            <a:ext cx="9008481" cy="347729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724" y="3477296"/>
            <a:ext cx="5878068" cy="3284150"/>
          </a:xfrm>
          <a:prstGeom prst="rect">
            <a:avLst/>
          </a:prstGeom>
        </p:spPr>
      </p:pic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6341471" y="1587318"/>
          <a:ext cx="170523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5" imgW="876240" imgH="469800" progId="Equation.DSMT4">
                  <p:embed/>
                </p:oleObj>
              </mc:Choice>
              <mc:Fallback>
                <p:oleObj name="Equation" r:id="rId5" imgW="8762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1471" y="1587318"/>
                        <a:ext cx="170523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5746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069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579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65938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6085" y="798490"/>
            <a:ext cx="5537915" cy="605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87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20219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25014"/>
            <a:ext cx="9144000" cy="473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0893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2695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895600"/>
            <a:ext cx="91440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315160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482756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987309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074871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75550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641558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62000"/>
            <a:ext cx="91440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263949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286000"/>
            <a:ext cx="91440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355919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590800"/>
            <a:ext cx="914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704488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3343466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8200" y="3962400"/>
            <a:ext cx="44958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569330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007086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025215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38862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86200" y="0"/>
            <a:ext cx="52578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99162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</TotalTime>
  <Words>68</Words>
  <Application>Microsoft Office PowerPoint</Application>
  <PresentationFormat>On-screen Show (4:3)</PresentationFormat>
  <Paragraphs>17</Paragraphs>
  <Slides>42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Calibri</vt:lpstr>
      <vt:lpstr>Calibri Light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IBA</dc:creator>
  <cp:lastModifiedBy>Microsoft account</cp:lastModifiedBy>
  <cp:revision>19</cp:revision>
  <dcterms:created xsi:type="dcterms:W3CDTF">2020-11-28T07:18:20Z</dcterms:created>
  <dcterms:modified xsi:type="dcterms:W3CDTF">2024-04-21T07:30:34Z</dcterms:modified>
</cp:coreProperties>
</file>