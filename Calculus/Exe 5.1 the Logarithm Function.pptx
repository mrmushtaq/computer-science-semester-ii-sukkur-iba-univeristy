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AEB61-15B2-4618-B7C8-7759451599CA}" type="datetimeFigureOut">
              <a:rPr lang="en-US" smtClean="0"/>
              <a:pPr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BEC4A-EB27-4EAE-850C-DD59DB9C5E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AEB61-15B2-4618-B7C8-7759451599CA}" type="datetimeFigureOut">
              <a:rPr lang="en-US" smtClean="0"/>
              <a:pPr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BEC4A-EB27-4EAE-850C-DD59DB9C5E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AEB61-15B2-4618-B7C8-7759451599CA}" type="datetimeFigureOut">
              <a:rPr lang="en-US" smtClean="0"/>
              <a:pPr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BEC4A-EB27-4EAE-850C-DD59DB9C5E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AEB61-15B2-4618-B7C8-7759451599CA}" type="datetimeFigureOut">
              <a:rPr lang="en-US" smtClean="0"/>
              <a:pPr/>
              <a:t>12/1/2020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BEC4A-EB27-4EAE-850C-DD59DB9C5E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AEB61-15B2-4618-B7C8-7759451599CA}" type="datetimeFigureOut">
              <a:rPr lang="en-US" smtClean="0"/>
              <a:pPr/>
              <a:t>12/1/2020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BEC4A-EB27-4EAE-850C-DD59DB9C5E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AEB61-15B2-4618-B7C8-7759451599CA}" type="datetimeFigureOut">
              <a:rPr lang="en-US" smtClean="0"/>
              <a:pPr/>
              <a:t>12/1/2020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BEC4A-EB27-4EAE-850C-DD59DB9C5E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AEB61-15B2-4618-B7C8-7759451599CA}" type="datetimeFigureOut">
              <a:rPr lang="en-US" smtClean="0"/>
              <a:pPr/>
              <a:t>12/1/2020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BEC4A-EB27-4EAE-850C-DD59DB9C5E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AEB61-15B2-4618-B7C8-7759451599CA}" type="datetimeFigureOut">
              <a:rPr lang="en-US" smtClean="0"/>
              <a:pPr/>
              <a:t>12/1/2020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BEC4A-EB27-4EAE-850C-DD59DB9C5E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AEB61-15B2-4618-B7C8-7759451599CA}" type="datetimeFigureOut">
              <a:rPr lang="en-US" smtClean="0"/>
              <a:pPr/>
              <a:t>12/1/2020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BEC4A-EB27-4EAE-850C-DD59DB9C5E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AEB61-15B2-4618-B7C8-7759451599CA}" type="datetimeFigureOut">
              <a:rPr lang="en-US" smtClean="0"/>
              <a:pPr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BEC4A-EB27-4EAE-850C-DD59DB9C5E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AEB61-15B2-4618-B7C8-7759451599CA}" type="datetimeFigureOut">
              <a:rPr lang="en-US" smtClean="0"/>
              <a:pPr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BEC4A-EB27-4EAE-850C-DD59DB9C5E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FAEB61-15B2-4618-B7C8-7759451599CA}" type="datetimeFigureOut">
              <a:rPr lang="en-US" smtClean="0"/>
              <a:pPr/>
              <a:t>12/1/2020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FBEC4A-EB27-4EAE-850C-DD59DB9C5E4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3200400" y="3238500"/>
          <a:ext cx="2514600" cy="571500"/>
        </p:xfrm>
        <a:graphic>
          <a:graphicData uri="http://schemas.openxmlformats.org/presentationml/2006/ole">
            <p:oleObj spid="_x0000_s1027" name="Equation" r:id="rId4" imgW="850680" imgH="228600" progId="Equation.DSMT4">
              <p:embed/>
            </p:oleObj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0" y="2362200"/>
            <a:ext cx="9144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Logarithmic Function: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logarithmic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function is defined by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                        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Where a is non-negative positive number but not equal to 1)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If a=10 the logarithm 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known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as common logarithm and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If a=e (e is Euler’s Constant) then logarithm is known as Natural logarithm.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2"/>
          <p:cNvGraphicFramePr>
            <a:graphicFrameLocks noChangeAspect="1"/>
          </p:cNvGraphicFramePr>
          <p:nvPr/>
        </p:nvGraphicFramePr>
        <p:xfrm>
          <a:off x="0" y="2133600"/>
          <a:ext cx="9144000" cy="2057400"/>
        </p:xfrm>
        <a:graphic>
          <a:graphicData uri="http://schemas.openxmlformats.org/presentationml/2006/ole">
            <p:oleObj spid="_x0000_s11266" name="Equation" r:id="rId3" imgW="3543120" imgH="736560" progId="Equation.DSMT4">
              <p:embed/>
            </p:oleObj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438400"/>
            <a:ext cx="91440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53000" y="3810000"/>
            <a:ext cx="4191001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04800"/>
            <a:ext cx="91440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52400" y="3505200"/>
            <a:ext cx="891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Try to prove by using the ab-initio method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85800"/>
            <a:ext cx="91440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70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5362" name="Object 2"/>
          <p:cNvGraphicFramePr>
            <a:graphicFrameLocks noChangeAspect="1"/>
          </p:cNvGraphicFramePr>
          <p:nvPr/>
        </p:nvGraphicFramePr>
        <p:xfrm>
          <a:off x="3886200" y="2667000"/>
          <a:ext cx="5219700" cy="914400"/>
        </p:xfrm>
        <a:graphic>
          <a:graphicData uri="http://schemas.openxmlformats.org/presentationml/2006/ole">
            <p:oleObj spid="_x0000_s15362" name="Equation" r:id="rId4" imgW="2247840" imgH="393480" progId="Equation.DSMT4">
              <p:embed/>
            </p:oleObj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681335"/>
            <a:ext cx="9144000" cy="6176665"/>
            <a:chOff x="0" y="681335"/>
            <a:chExt cx="9144000" cy="6176665"/>
          </a:xfrm>
        </p:grpSpPr>
        <p:pic>
          <p:nvPicPr>
            <p:cNvPr id="9218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0" y="1219200"/>
              <a:ext cx="9144000" cy="5638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3" name="TextBox 2"/>
            <p:cNvSpPr txBox="1"/>
            <p:nvPr/>
          </p:nvSpPr>
          <p:spPr>
            <a:xfrm>
              <a:off x="0" y="681335"/>
              <a:ext cx="9144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latin typeface="Times New Roman" pitchFamily="18" charset="0"/>
                  <a:cs typeface="Times New Roman" pitchFamily="18" charset="0"/>
                </a:rPr>
                <a:t>Find the equation of the tangent line at the given point to the curve</a:t>
              </a:r>
              <a:endParaRPr lang="en-US" sz="24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09600"/>
            <a:ext cx="91440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71</Words>
  <Application>Microsoft Office PowerPoint</Application>
  <PresentationFormat>On-screen Show (4:3)</PresentationFormat>
  <Paragraphs>10</Paragraphs>
  <Slides>11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Office Theme</vt:lpstr>
      <vt:lpstr>Equation</vt:lpstr>
      <vt:lpstr>MathType 6.0 Equation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My PC</dc:creator>
  <cp:lastModifiedBy>My PC</cp:lastModifiedBy>
  <cp:revision>14</cp:revision>
  <dcterms:created xsi:type="dcterms:W3CDTF">2020-11-28T11:31:45Z</dcterms:created>
  <dcterms:modified xsi:type="dcterms:W3CDTF">2020-12-01T14:36:15Z</dcterms:modified>
</cp:coreProperties>
</file>