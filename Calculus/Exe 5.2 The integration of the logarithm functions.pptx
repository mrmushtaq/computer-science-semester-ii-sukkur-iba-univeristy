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60742-16A0-4FDD-8FDA-77E6EF6DCF22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AF371-BF92-4DF8-8173-58C8A0F76DF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8991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600200"/>
            <a:ext cx="9144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3505200"/>
            <a:ext cx="9144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6400800" y="2160588"/>
          <a:ext cx="2465388" cy="858837"/>
        </p:xfrm>
        <a:graphic>
          <a:graphicData uri="http://schemas.openxmlformats.org/presentationml/2006/ole">
            <p:oleObj spid="_x0000_s1026" name="Equation" r:id="rId6" imgW="1130040" imgH="3934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2371725"/>
            <a:ext cx="4572000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7200"/>
            <a:ext cx="9144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343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4800" y="0"/>
            <a:ext cx="50292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MathType 6.0 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 PC</dc:creator>
  <cp:lastModifiedBy>My PC</cp:lastModifiedBy>
  <cp:revision>17</cp:revision>
  <dcterms:created xsi:type="dcterms:W3CDTF">2020-11-28T12:04:19Z</dcterms:created>
  <dcterms:modified xsi:type="dcterms:W3CDTF">2020-12-01T15:56:15Z</dcterms:modified>
</cp:coreProperties>
</file>