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2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8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4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0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2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1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04D63-6D14-42FE-81CA-E02ACBC99697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9D383-48A1-4821-A68A-4A8C779F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9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045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1920"/>
            <a:ext cx="9144000" cy="485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79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348567" y="0"/>
                <a:ext cx="8008987" cy="43516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/>
                              <m:t>Proof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: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/>
                                  <m:t>Let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arcsin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/>
                                  <m:t>−1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then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Differentiate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respect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to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implicitly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we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get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dy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dx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or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dy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dx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using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the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identity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then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finally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we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will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have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dy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dx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Further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replaced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by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the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function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then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arcsinu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dx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u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67" y="0"/>
                <a:ext cx="8008987" cy="435164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0" y="4351640"/>
            <a:ext cx="80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Also, the remaining inverse trigonometric can be proved in the similar manner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1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9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5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1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3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4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5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076428" cy="9530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9554"/>
            <a:ext cx="9076428" cy="37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7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732"/>
            <a:ext cx="9144000" cy="50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3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41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5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4102"/>
            <a:ext cx="9144000" cy="42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0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942"/>
            <a:ext cx="9144000" cy="57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32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251" y="4018208"/>
            <a:ext cx="3322749" cy="28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31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56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07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06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3983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300" y="0"/>
            <a:ext cx="4816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32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1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13</Words>
  <Application>Microsoft Office PowerPoint</Application>
  <PresentationFormat>On-screen Show (4:3)</PresentationFormat>
  <Paragraphs>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IBA</dc:creator>
  <cp:lastModifiedBy>IBA</cp:lastModifiedBy>
  <cp:revision>16</cp:revision>
  <dcterms:created xsi:type="dcterms:W3CDTF">2020-11-29T13:38:23Z</dcterms:created>
  <dcterms:modified xsi:type="dcterms:W3CDTF">2020-11-29T14:24:28Z</dcterms:modified>
</cp:coreProperties>
</file>